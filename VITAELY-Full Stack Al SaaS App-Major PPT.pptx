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4" r:id="rId1"/>
  </p:sldMasterIdLst>
  <p:notesMasterIdLst>
    <p:notesMasterId r:id="rId36"/>
  </p:notesMasterIdLst>
  <p:sldIdLst>
    <p:sldId id="256" r:id="rId2"/>
    <p:sldId id="268" r:id="rId3"/>
    <p:sldId id="258" r:id="rId4"/>
    <p:sldId id="261" r:id="rId5"/>
    <p:sldId id="263" r:id="rId6"/>
    <p:sldId id="310" r:id="rId7"/>
    <p:sldId id="348" r:id="rId8"/>
    <p:sldId id="279" r:id="rId9"/>
    <p:sldId id="347" r:id="rId10"/>
    <p:sldId id="277" r:id="rId11"/>
    <p:sldId id="286" r:id="rId12"/>
    <p:sldId id="265" r:id="rId13"/>
    <p:sldId id="294" r:id="rId14"/>
    <p:sldId id="264" r:id="rId15"/>
    <p:sldId id="285" r:id="rId16"/>
    <p:sldId id="351" r:id="rId17"/>
    <p:sldId id="276" r:id="rId18"/>
    <p:sldId id="290" r:id="rId19"/>
    <p:sldId id="282" r:id="rId20"/>
    <p:sldId id="296" r:id="rId21"/>
    <p:sldId id="287" r:id="rId22"/>
    <p:sldId id="350" r:id="rId23"/>
    <p:sldId id="283" r:id="rId24"/>
    <p:sldId id="291" r:id="rId25"/>
    <p:sldId id="349" r:id="rId26"/>
    <p:sldId id="309" r:id="rId27"/>
    <p:sldId id="278" r:id="rId28"/>
    <p:sldId id="311" r:id="rId29"/>
    <p:sldId id="297" r:id="rId30"/>
    <p:sldId id="269" r:id="rId31"/>
    <p:sldId id="274" r:id="rId32"/>
    <p:sldId id="307" r:id="rId33"/>
    <p:sldId id="273" r:id="rId34"/>
    <p:sldId id="271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4FE543-DCBC-4421-A120-823E920289DD}">
  <a:tblStyle styleId="{6A4FE543-DCBC-4421-A120-823E920289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25562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84" name="Google Shape;5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474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3808d40dd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34" name="Google Shape;834;g13808d40dd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9156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11" name="Google Shape;611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947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37fc7cce3d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94" name="Google Shape;694;g137fc7cce3d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276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f38a009883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25" name="Google Shape;725;gf38a009883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6486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" name="Google Shape;3693;g138212783df_0_1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694" name="Google Shape;3694;g138212783df_0_19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56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2">
          <a:extLst>
            <a:ext uri="{FF2B5EF4-FFF2-40B4-BE49-F238E27FC236}">
              <a16:creationId xmlns:a16="http://schemas.microsoft.com/office/drawing/2014/main" id="{CDFFD324-4EC2-824E-C28A-C13F5D32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" name="Google Shape;3693;g138212783df_0_1964:notes">
            <a:extLst>
              <a:ext uri="{FF2B5EF4-FFF2-40B4-BE49-F238E27FC236}">
                <a16:creationId xmlns:a16="http://schemas.microsoft.com/office/drawing/2014/main" id="{5FB4256F-7A3A-62C9-2631-4B302A1C7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694" name="Google Shape;3694;g138212783df_0_1964:notes">
            <a:extLst>
              <a:ext uri="{FF2B5EF4-FFF2-40B4-BE49-F238E27FC236}">
                <a16:creationId xmlns:a16="http://schemas.microsoft.com/office/drawing/2014/main" id="{953F8D75-3FD6-8604-D043-BCC0D3DF2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904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13808d40dd4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98" name="Google Shape;1098;g13808d40dd4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9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>
          <a:extLst>
            <a:ext uri="{FF2B5EF4-FFF2-40B4-BE49-F238E27FC236}">
              <a16:creationId xmlns:a16="http://schemas.microsoft.com/office/drawing/2014/main" id="{C7529573-6D9D-3A9F-0AC2-C5FCAAA5F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13808d40dd4_0_293:notes">
            <a:extLst>
              <a:ext uri="{FF2B5EF4-FFF2-40B4-BE49-F238E27FC236}">
                <a16:creationId xmlns:a16="http://schemas.microsoft.com/office/drawing/2014/main" id="{D213AED7-5247-3ABE-0898-115F06D87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98" name="Google Shape;1098;g13808d40dd4_0_293:notes">
            <a:extLst>
              <a:ext uri="{FF2B5EF4-FFF2-40B4-BE49-F238E27FC236}">
                <a16:creationId xmlns:a16="http://schemas.microsoft.com/office/drawing/2014/main" id="{74C1A6AD-289A-AA62-5BEA-8A74080D7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747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13808d40dd4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38" name="Google Shape;1038;g13808d40dd4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4900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11710476bc4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71" name="Google Shape;1271;g11710476bc4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3635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f38a612b63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5" name="Google Shape;765;gf38a612b63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3975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1710476bc4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33" name="Google Shape;1433;g11710476bc4_0_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3135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37fc7cce3d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39" name="Google Shape;739;g137fc7cce3d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0188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13808d40dd4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29" name="Google Shape;1229;g13808d40dd4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4614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>
          <a:extLst>
            <a:ext uri="{FF2B5EF4-FFF2-40B4-BE49-F238E27FC236}">
              <a16:creationId xmlns:a16="http://schemas.microsoft.com/office/drawing/2014/main" id="{EE87C874-37D4-03A4-6810-6D9CEEEAA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13808d40dd4_0_453:notes">
            <a:extLst>
              <a:ext uri="{FF2B5EF4-FFF2-40B4-BE49-F238E27FC236}">
                <a16:creationId xmlns:a16="http://schemas.microsoft.com/office/drawing/2014/main" id="{0B39ABE5-93B2-70B3-47FA-DD37030B5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29" name="Google Shape;1229;g13808d40dd4_0_453:notes">
            <a:extLst>
              <a:ext uri="{FF2B5EF4-FFF2-40B4-BE49-F238E27FC236}">
                <a16:creationId xmlns:a16="http://schemas.microsoft.com/office/drawing/2014/main" id="{4B37F29C-1B0E-DB57-CF8B-4267C4732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9367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1710476bc4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08" name="Google Shape;1008;g11710476bc4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162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11710476bc4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65" name="Google Shape;1365;g11710476bc4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0343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11710476bc4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55" name="Google Shape;1155;g11710476bc4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5494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1173cd25692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99" name="Google Shape;1499;g1173cd25692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6624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13808d40dd4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99" name="Google Shape;1299;g13808d40dd4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8625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>
          <a:extLst>
            <a:ext uri="{FF2B5EF4-FFF2-40B4-BE49-F238E27FC236}">
              <a16:creationId xmlns:a16="http://schemas.microsoft.com/office/drawing/2014/main" id="{29690012-A779-5D11-72E3-207AB560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11710476bc4_0_0:notes">
            <a:extLst>
              <a:ext uri="{FF2B5EF4-FFF2-40B4-BE49-F238E27FC236}">
                <a16:creationId xmlns:a16="http://schemas.microsoft.com/office/drawing/2014/main" id="{BBEC316F-D350-CFD6-D516-7EE0A80BB4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1" name="Google Shape;801;g11710476bc4_0_0:notes">
            <a:extLst>
              <a:ext uri="{FF2B5EF4-FFF2-40B4-BE49-F238E27FC236}">
                <a16:creationId xmlns:a16="http://schemas.microsoft.com/office/drawing/2014/main" id="{2C6854D7-9493-C77A-4A75-A37AD179A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447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13808d40dd4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05" name="Google Shape;1205;g13808d40dd4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389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138212783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88" name="Google Shape;1388;g138212783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9935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>
          <a:extLst>
            <a:ext uri="{FF2B5EF4-FFF2-40B4-BE49-F238E27FC236}">
              <a16:creationId xmlns:a16="http://schemas.microsoft.com/office/drawing/2014/main" id="{0279712D-07CE-A336-E4AC-632C29F3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138212783df_0_0:notes">
            <a:extLst>
              <a:ext uri="{FF2B5EF4-FFF2-40B4-BE49-F238E27FC236}">
                <a16:creationId xmlns:a16="http://schemas.microsoft.com/office/drawing/2014/main" id="{F45A81B9-E61C-7AB2-2457-543E3DEED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88" name="Google Shape;1388;g138212783df_0_0:notes">
            <a:extLst>
              <a:ext uri="{FF2B5EF4-FFF2-40B4-BE49-F238E27FC236}">
                <a16:creationId xmlns:a16="http://schemas.microsoft.com/office/drawing/2014/main" id="{69B9FE15-51B1-F295-CCA2-BAC4B15965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1320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4" name="Google Shape;3664;g1173cd25692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665" name="Google Shape;3665;g1173cd25692_0_6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6032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1710476bc4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55" name="Google Shape;1055;g11710476bc4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2180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g1173cd25692_0_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736" name="Google Shape;3736;g1173cd25692_0_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8493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1173cd25692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27" name="Google Shape;1527;g1173cd25692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13358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1710476bc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63" name="Google Shape;863;g11710476bc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9238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13808d40dd4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61" name="Google Shape;961;g13808d40dd4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85350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1173cd25692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633" name="Google Shape;3633;g1173cd25692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2129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11710476bc4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40" name="Google Shape;940;g11710476bc4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24695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11710476bc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04" name="Google Shape;904;g11710476bc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92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54800" y="1094250"/>
            <a:ext cx="3090300" cy="22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54800" y="3372150"/>
            <a:ext cx="3090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title" idx="2"/>
          </p:nvPr>
        </p:nvSpPr>
        <p:spPr>
          <a:xfrm>
            <a:off x="1535050" y="3501550"/>
            <a:ext cx="27228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 idx="3"/>
          </p:nvPr>
        </p:nvSpPr>
        <p:spPr>
          <a:xfrm>
            <a:off x="4904150" y="3501550"/>
            <a:ext cx="27228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1"/>
          </p:nvPr>
        </p:nvSpPr>
        <p:spPr>
          <a:xfrm>
            <a:off x="4904152" y="2295475"/>
            <a:ext cx="2722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4"/>
          </p:nvPr>
        </p:nvSpPr>
        <p:spPr>
          <a:xfrm>
            <a:off x="1535050" y="2295475"/>
            <a:ext cx="2722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-944225" y="-771375"/>
            <a:ext cx="5017200" cy="5017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250675" y="2068287"/>
            <a:ext cx="3603600" cy="3603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423988" y="859361"/>
            <a:ext cx="400800" cy="3624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12288" y="4468061"/>
            <a:ext cx="400800" cy="3624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5"/>
          <p:cNvGrpSpPr/>
          <p:nvPr/>
        </p:nvGrpSpPr>
        <p:grpSpPr>
          <a:xfrm rot="-5400000">
            <a:off x="-816695" y="997044"/>
            <a:ext cx="2428951" cy="434862"/>
            <a:chOff x="1358103" y="3291921"/>
            <a:chExt cx="3368397" cy="603054"/>
          </a:xfrm>
        </p:grpSpPr>
        <p:sp>
          <p:nvSpPr>
            <p:cNvPr id="56" name="Google Shape;56;p5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" name="Google Shape;58;p5"/>
          <p:cNvPicPr preferRelativeResize="0"/>
          <p:nvPr/>
        </p:nvPicPr>
        <p:blipFill rotWithShape="1">
          <a:blip r:embed="rId3">
            <a:alphaModFix/>
          </a:blip>
          <a:srcRect b="33936"/>
          <a:stretch/>
        </p:blipFill>
        <p:spPr>
          <a:xfrm>
            <a:off x="5796100" y="3803150"/>
            <a:ext cx="3347900" cy="134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3">
            <a:alphaModFix/>
          </a:blip>
          <a:srcRect l="63921"/>
          <a:stretch/>
        </p:blipFill>
        <p:spPr>
          <a:xfrm>
            <a:off x="0" y="2545350"/>
            <a:ext cx="1207900" cy="20288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/>
          <p:nvPr/>
        </p:nvSpPr>
        <p:spPr>
          <a:xfrm>
            <a:off x="8423988" y="322506"/>
            <a:ext cx="400800" cy="3624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3" name="Google Shape;63;p6"/>
          <p:cNvGrpSpPr/>
          <p:nvPr/>
        </p:nvGrpSpPr>
        <p:grpSpPr>
          <a:xfrm>
            <a:off x="250792" y="240925"/>
            <a:ext cx="1160092" cy="63948"/>
            <a:chOff x="3779200" y="1371600"/>
            <a:chExt cx="1992600" cy="109500"/>
          </a:xfrm>
        </p:grpSpPr>
        <p:sp>
          <p:nvSpPr>
            <p:cNvPr id="64" name="Google Shape;64;p6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6"/>
          <p:cNvGrpSpPr/>
          <p:nvPr/>
        </p:nvGrpSpPr>
        <p:grpSpPr>
          <a:xfrm>
            <a:off x="6715155" y="4604094"/>
            <a:ext cx="2428951" cy="434862"/>
            <a:chOff x="1358103" y="3291921"/>
            <a:chExt cx="3368397" cy="603054"/>
          </a:xfrm>
        </p:grpSpPr>
        <p:sp>
          <p:nvSpPr>
            <p:cNvPr id="71" name="Google Shape;71;p6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2115300" y="185246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"/>
          </p:nvPr>
        </p:nvSpPr>
        <p:spPr>
          <a:xfrm>
            <a:off x="2115300" y="234071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2"/>
          </p:nvPr>
        </p:nvSpPr>
        <p:spPr>
          <a:xfrm>
            <a:off x="2115300" y="315564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3"/>
          </p:nvPr>
        </p:nvSpPr>
        <p:spPr>
          <a:xfrm>
            <a:off x="2115300" y="364389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4"/>
          </p:nvPr>
        </p:nvSpPr>
        <p:spPr>
          <a:xfrm>
            <a:off x="5752775" y="185246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5"/>
          </p:nvPr>
        </p:nvSpPr>
        <p:spPr>
          <a:xfrm>
            <a:off x="5752775" y="234071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6"/>
          </p:nvPr>
        </p:nvSpPr>
        <p:spPr>
          <a:xfrm>
            <a:off x="5752779" y="315564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7"/>
          </p:nvPr>
        </p:nvSpPr>
        <p:spPr>
          <a:xfrm>
            <a:off x="5752775" y="364389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8" hasCustomPrompt="1"/>
          </p:nvPr>
        </p:nvSpPr>
        <p:spPr>
          <a:xfrm>
            <a:off x="1212025" y="2135238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9" hasCustomPrompt="1"/>
          </p:nvPr>
        </p:nvSpPr>
        <p:spPr>
          <a:xfrm>
            <a:off x="1212025" y="3456313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13" hasCustomPrompt="1"/>
          </p:nvPr>
        </p:nvSpPr>
        <p:spPr>
          <a:xfrm>
            <a:off x="4849500" y="2135238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14" hasCustomPrompt="1"/>
          </p:nvPr>
        </p:nvSpPr>
        <p:spPr>
          <a:xfrm>
            <a:off x="4849500" y="3456313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15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4360800" y="1227300"/>
            <a:ext cx="4070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"/>
          </p:nvPr>
        </p:nvSpPr>
        <p:spPr>
          <a:xfrm>
            <a:off x="4360800" y="2069100"/>
            <a:ext cx="40701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 rotWithShape="1">
          <a:blip r:embed="rId3">
            <a:alphaModFix/>
          </a:blip>
          <a:srcRect b="47712"/>
          <a:stretch/>
        </p:blipFill>
        <p:spPr>
          <a:xfrm>
            <a:off x="3489225" y="4122300"/>
            <a:ext cx="3222850" cy="10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3">
            <a:alphaModFix/>
          </a:blip>
          <a:srcRect t="47712"/>
          <a:stretch/>
        </p:blipFill>
        <p:spPr>
          <a:xfrm>
            <a:off x="5977075" y="0"/>
            <a:ext cx="3222850" cy="10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>
            <a:spLocks noGrp="1"/>
          </p:cNvSpPr>
          <p:nvPr>
            <p:ph type="title"/>
          </p:nvPr>
        </p:nvSpPr>
        <p:spPr>
          <a:xfrm>
            <a:off x="713100" y="1211300"/>
            <a:ext cx="3661500" cy="18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1"/>
          </p:nvPr>
        </p:nvSpPr>
        <p:spPr>
          <a:xfrm>
            <a:off x="713100" y="3772800"/>
            <a:ext cx="36615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52" y="0"/>
            <a:ext cx="3130200" cy="18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/>
          <p:nvPr/>
        </p:nvSpPr>
        <p:spPr>
          <a:xfrm>
            <a:off x="6314175" y="122925"/>
            <a:ext cx="3130200" cy="3130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>
            <a:spLocks noGrp="1"/>
          </p:cNvSpPr>
          <p:nvPr>
            <p:ph type="title"/>
          </p:nvPr>
        </p:nvSpPr>
        <p:spPr>
          <a:xfrm>
            <a:off x="1039188" y="2248863"/>
            <a:ext cx="293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subTitle" idx="1"/>
          </p:nvPr>
        </p:nvSpPr>
        <p:spPr>
          <a:xfrm>
            <a:off x="1039188" y="2902163"/>
            <a:ext cx="29394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/>
          <p:nvPr/>
        </p:nvSpPr>
        <p:spPr>
          <a:xfrm rot="10800000" flipH="1">
            <a:off x="6430825" y="20574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title"/>
          </p:nvPr>
        </p:nvSpPr>
        <p:spPr>
          <a:xfrm>
            <a:off x="5497088" y="1502988"/>
            <a:ext cx="256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subTitle" idx="1"/>
          </p:nvPr>
        </p:nvSpPr>
        <p:spPr>
          <a:xfrm>
            <a:off x="5497088" y="2214663"/>
            <a:ext cx="25680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 rot="10800000" flipH="1">
            <a:off x="-812075" y="-728325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2281800" y="1417225"/>
            <a:ext cx="4580400" cy="7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subTitle" idx="1"/>
          </p:nvPr>
        </p:nvSpPr>
        <p:spPr>
          <a:xfrm>
            <a:off x="2281800" y="2174075"/>
            <a:ext cx="4580400" cy="16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4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/>
          <p:nvPr/>
        </p:nvSpPr>
        <p:spPr>
          <a:xfrm rot="10800000" flipH="1">
            <a:off x="6938500" y="-8782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4"/>
          <p:cNvSpPr txBox="1">
            <a:spLocks noGrp="1"/>
          </p:cNvSpPr>
          <p:nvPr>
            <p:ph type="title"/>
          </p:nvPr>
        </p:nvSpPr>
        <p:spPr>
          <a:xfrm>
            <a:off x="1372200" y="2465025"/>
            <a:ext cx="6399600" cy="7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1"/>
          </p:nvPr>
        </p:nvSpPr>
        <p:spPr>
          <a:xfrm>
            <a:off x="1372200" y="3221875"/>
            <a:ext cx="63996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4"/>
          <p:cNvSpPr/>
          <p:nvPr/>
        </p:nvSpPr>
        <p:spPr>
          <a:xfrm rot="10800000" flipH="1">
            <a:off x="-1273325" y="-8782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4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/>
          <p:nvPr/>
        </p:nvSpPr>
        <p:spPr>
          <a:xfrm rot="10800000" flipH="1">
            <a:off x="6430825" y="20574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type="title"/>
          </p:nvPr>
        </p:nvSpPr>
        <p:spPr>
          <a:xfrm>
            <a:off x="828325" y="1683375"/>
            <a:ext cx="2909100" cy="7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6"/>
          <p:cNvSpPr txBox="1">
            <a:spLocks noGrp="1"/>
          </p:cNvSpPr>
          <p:nvPr>
            <p:ph type="subTitle" idx="1"/>
          </p:nvPr>
        </p:nvSpPr>
        <p:spPr>
          <a:xfrm>
            <a:off x="828325" y="2357675"/>
            <a:ext cx="29091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6"/>
          <p:cNvSpPr>
            <a:spLocks noGrp="1"/>
          </p:cNvSpPr>
          <p:nvPr>
            <p:ph type="pic" idx="2"/>
          </p:nvPr>
        </p:nvSpPr>
        <p:spPr>
          <a:xfrm>
            <a:off x="4560725" y="627150"/>
            <a:ext cx="3889200" cy="3889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1">
  <p:cSld name="CUSTOM_4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>
            <a:spLocks noGrp="1"/>
          </p:cNvSpPr>
          <p:nvPr>
            <p:ph type="title"/>
          </p:nvPr>
        </p:nvSpPr>
        <p:spPr>
          <a:xfrm>
            <a:off x="4972850" y="1869325"/>
            <a:ext cx="3266400" cy="77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subTitle" idx="1"/>
          </p:nvPr>
        </p:nvSpPr>
        <p:spPr>
          <a:xfrm>
            <a:off x="4972850" y="2683775"/>
            <a:ext cx="3266400" cy="10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/>
          <p:nvPr/>
        </p:nvSpPr>
        <p:spPr>
          <a:xfrm rot="10800000" flipH="1">
            <a:off x="-1273325" y="-8782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0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/>
          <p:nvPr/>
        </p:nvSpPr>
        <p:spPr>
          <a:xfrm>
            <a:off x="533426" y="-1466850"/>
            <a:ext cx="8077200" cy="8077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1643638" y="2112963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title" idx="2"/>
          </p:nvPr>
        </p:nvSpPr>
        <p:spPr>
          <a:xfrm>
            <a:off x="4994750" y="2112963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ubTitle" idx="1"/>
          </p:nvPr>
        </p:nvSpPr>
        <p:spPr>
          <a:xfrm>
            <a:off x="4994747" y="2621735"/>
            <a:ext cx="2505600" cy="12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subTitle" idx="3"/>
          </p:nvPr>
        </p:nvSpPr>
        <p:spPr>
          <a:xfrm>
            <a:off x="1643813" y="2621735"/>
            <a:ext cx="2505600" cy="12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241" name="Google Shape;241;p30"/>
          <p:cNvGrpSpPr/>
          <p:nvPr/>
        </p:nvGrpSpPr>
        <p:grpSpPr>
          <a:xfrm>
            <a:off x="7652602" y="4829929"/>
            <a:ext cx="1163678" cy="63948"/>
            <a:chOff x="3779200" y="1371600"/>
            <a:chExt cx="1992600" cy="109500"/>
          </a:xfrm>
        </p:grpSpPr>
        <p:sp>
          <p:nvSpPr>
            <p:cNvPr id="242" name="Google Shape;242;p30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0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8" name="Google Shape;2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17" y="0"/>
            <a:ext cx="2441750" cy="14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0"/>
          <p:cNvPicPr preferRelativeResize="0"/>
          <p:nvPr/>
        </p:nvPicPr>
        <p:blipFill rotWithShape="1">
          <a:blip r:embed="rId3">
            <a:alphaModFix/>
          </a:blip>
          <a:srcRect b="45764"/>
          <a:stretch/>
        </p:blipFill>
        <p:spPr>
          <a:xfrm>
            <a:off x="4417450" y="4340975"/>
            <a:ext cx="2441750" cy="802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p30"/>
          <p:cNvGrpSpPr/>
          <p:nvPr/>
        </p:nvGrpSpPr>
        <p:grpSpPr>
          <a:xfrm>
            <a:off x="7451325" y="466663"/>
            <a:ext cx="1154625" cy="430500"/>
            <a:chOff x="4042650" y="642025"/>
            <a:chExt cx="1154625" cy="430500"/>
          </a:xfrm>
        </p:grpSpPr>
        <p:sp>
          <p:nvSpPr>
            <p:cNvPr id="251" name="Google Shape;251;p30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30"/>
          <p:cNvSpPr/>
          <p:nvPr/>
        </p:nvSpPr>
        <p:spPr>
          <a:xfrm>
            <a:off x="571425" y="4173588"/>
            <a:ext cx="498000" cy="4305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0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/>
          <p:nvPr/>
        </p:nvSpPr>
        <p:spPr>
          <a:xfrm>
            <a:off x="-643025" y="1873500"/>
            <a:ext cx="4289400" cy="42894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1"/>
          <p:cNvSpPr/>
          <p:nvPr/>
        </p:nvSpPr>
        <p:spPr>
          <a:xfrm>
            <a:off x="6649225" y="-546862"/>
            <a:ext cx="3093600" cy="3093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title"/>
          </p:nvPr>
        </p:nvSpPr>
        <p:spPr>
          <a:xfrm>
            <a:off x="720000" y="2833207"/>
            <a:ext cx="22503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title" idx="2"/>
          </p:nvPr>
        </p:nvSpPr>
        <p:spPr>
          <a:xfrm>
            <a:off x="6174603" y="2833224"/>
            <a:ext cx="22494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31"/>
          <p:cNvSpPr txBox="1">
            <a:spLocks noGrp="1"/>
          </p:cNvSpPr>
          <p:nvPr>
            <p:ph type="subTitle" idx="1"/>
          </p:nvPr>
        </p:nvSpPr>
        <p:spPr>
          <a:xfrm>
            <a:off x="6174600" y="3341997"/>
            <a:ext cx="22494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0" name="Google Shape;260;p31"/>
          <p:cNvSpPr txBox="1">
            <a:spLocks noGrp="1"/>
          </p:cNvSpPr>
          <p:nvPr>
            <p:ph type="subTitle" idx="3"/>
          </p:nvPr>
        </p:nvSpPr>
        <p:spPr>
          <a:xfrm>
            <a:off x="720157" y="3341981"/>
            <a:ext cx="22503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title" idx="4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62" name="Google Shape;262;p31"/>
          <p:cNvPicPr preferRelativeResize="0"/>
          <p:nvPr/>
        </p:nvPicPr>
        <p:blipFill rotWithShape="1">
          <a:blip r:embed="rId3">
            <a:alphaModFix/>
          </a:blip>
          <a:srcRect r="28886" b="34314"/>
          <a:stretch/>
        </p:blipFill>
        <p:spPr>
          <a:xfrm>
            <a:off x="6764225" y="951000"/>
            <a:ext cx="2380825" cy="133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1"/>
          <p:cNvPicPr preferRelativeResize="0"/>
          <p:nvPr/>
        </p:nvPicPr>
        <p:blipFill rotWithShape="1">
          <a:blip r:embed="rId3">
            <a:alphaModFix/>
          </a:blip>
          <a:srcRect r="28886" b="34314"/>
          <a:stretch/>
        </p:blipFill>
        <p:spPr>
          <a:xfrm>
            <a:off x="0" y="0"/>
            <a:ext cx="2380825" cy="133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0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2"/>
          <p:cNvSpPr txBox="1">
            <a:spLocks noGrp="1"/>
          </p:cNvSpPr>
          <p:nvPr>
            <p:ph type="title" idx="2"/>
          </p:nvPr>
        </p:nvSpPr>
        <p:spPr>
          <a:xfrm>
            <a:off x="3312000" y="1554825"/>
            <a:ext cx="2016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7" name="Google Shape;267;p32"/>
          <p:cNvSpPr txBox="1">
            <a:spLocks noGrp="1"/>
          </p:cNvSpPr>
          <p:nvPr>
            <p:ph type="subTitle" idx="1"/>
          </p:nvPr>
        </p:nvSpPr>
        <p:spPr>
          <a:xfrm>
            <a:off x="3312000" y="1948925"/>
            <a:ext cx="20166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2"/>
          <p:cNvSpPr txBox="1">
            <a:spLocks noGrp="1"/>
          </p:cNvSpPr>
          <p:nvPr>
            <p:ph type="title" idx="3"/>
          </p:nvPr>
        </p:nvSpPr>
        <p:spPr>
          <a:xfrm>
            <a:off x="3815400" y="3079625"/>
            <a:ext cx="2016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9" name="Google Shape;269;p32"/>
          <p:cNvSpPr txBox="1">
            <a:spLocks noGrp="1"/>
          </p:cNvSpPr>
          <p:nvPr>
            <p:ph type="subTitle" idx="4"/>
          </p:nvPr>
        </p:nvSpPr>
        <p:spPr>
          <a:xfrm>
            <a:off x="3815402" y="3473725"/>
            <a:ext cx="20166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0" name="Google Shape;2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17" y="117700"/>
            <a:ext cx="2441750" cy="147970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2"/>
          <p:cNvSpPr/>
          <p:nvPr/>
        </p:nvSpPr>
        <p:spPr>
          <a:xfrm>
            <a:off x="4908025" y="1597400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28" y="-547688"/>
            <a:ext cx="3235500" cy="1960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4"/>
          <p:cNvSpPr/>
          <p:nvPr/>
        </p:nvSpPr>
        <p:spPr>
          <a:xfrm>
            <a:off x="-261050" y="1124025"/>
            <a:ext cx="4705200" cy="4705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4699850" y="1124025"/>
            <a:ext cx="4705200" cy="4705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3" name="Google Shape;293;p34"/>
          <p:cNvPicPr preferRelativeResize="0"/>
          <p:nvPr/>
        </p:nvPicPr>
        <p:blipFill rotWithShape="1">
          <a:blip r:embed="rId3">
            <a:alphaModFix/>
          </a:blip>
          <a:srcRect b="50206"/>
          <a:stretch/>
        </p:blipFill>
        <p:spPr>
          <a:xfrm>
            <a:off x="5936725" y="4167181"/>
            <a:ext cx="3235500" cy="9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4"/>
          <p:cNvSpPr txBox="1">
            <a:spLocks noGrp="1"/>
          </p:cNvSpPr>
          <p:nvPr>
            <p:ph type="title"/>
          </p:nvPr>
        </p:nvSpPr>
        <p:spPr>
          <a:xfrm>
            <a:off x="999050" y="2522200"/>
            <a:ext cx="191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subTitle" idx="1"/>
          </p:nvPr>
        </p:nvSpPr>
        <p:spPr>
          <a:xfrm>
            <a:off x="999050" y="3049900"/>
            <a:ext cx="1915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4"/>
          <p:cNvSpPr txBox="1">
            <a:spLocks noGrp="1"/>
          </p:cNvSpPr>
          <p:nvPr>
            <p:ph type="title" idx="2"/>
          </p:nvPr>
        </p:nvSpPr>
        <p:spPr>
          <a:xfrm>
            <a:off x="3610850" y="2522225"/>
            <a:ext cx="191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7" name="Google Shape;297;p34"/>
          <p:cNvSpPr txBox="1">
            <a:spLocks noGrp="1"/>
          </p:cNvSpPr>
          <p:nvPr>
            <p:ph type="subTitle" idx="3"/>
          </p:nvPr>
        </p:nvSpPr>
        <p:spPr>
          <a:xfrm>
            <a:off x="3610850" y="3049925"/>
            <a:ext cx="1915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4"/>
          <p:cNvSpPr txBox="1">
            <a:spLocks noGrp="1"/>
          </p:cNvSpPr>
          <p:nvPr>
            <p:ph type="title" idx="4"/>
          </p:nvPr>
        </p:nvSpPr>
        <p:spPr>
          <a:xfrm>
            <a:off x="6222650" y="2522200"/>
            <a:ext cx="191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9" name="Google Shape;299;p34"/>
          <p:cNvSpPr txBox="1">
            <a:spLocks noGrp="1"/>
          </p:cNvSpPr>
          <p:nvPr>
            <p:ph type="subTitle" idx="5"/>
          </p:nvPr>
        </p:nvSpPr>
        <p:spPr>
          <a:xfrm>
            <a:off x="6222650" y="3049900"/>
            <a:ext cx="1915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4"/>
          <p:cNvSpPr txBox="1">
            <a:spLocks noGrp="1"/>
          </p:cNvSpPr>
          <p:nvPr>
            <p:ph type="title" idx="6" hasCustomPrompt="1"/>
          </p:nvPr>
        </p:nvSpPr>
        <p:spPr>
          <a:xfrm>
            <a:off x="1294400" y="1702328"/>
            <a:ext cx="1324800" cy="4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1" name="Google Shape;301;p34"/>
          <p:cNvSpPr txBox="1">
            <a:spLocks noGrp="1"/>
          </p:cNvSpPr>
          <p:nvPr>
            <p:ph type="title" idx="7" hasCustomPrompt="1"/>
          </p:nvPr>
        </p:nvSpPr>
        <p:spPr>
          <a:xfrm>
            <a:off x="3906201" y="1702340"/>
            <a:ext cx="1324800" cy="4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2" name="Google Shape;302;p34"/>
          <p:cNvSpPr txBox="1">
            <a:spLocks noGrp="1"/>
          </p:cNvSpPr>
          <p:nvPr>
            <p:ph type="title" idx="8" hasCustomPrompt="1"/>
          </p:nvPr>
        </p:nvSpPr>
        <p:spPr>
          <a:xfrm>
            <a:off x="6518002" y="1702328"/>
            <a:ext cx="1324800" cy="4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3" name="Google Shape;303;p34"/>
          <p:cNvSpPr txBox="1">
            <a:spLocks noGrp="1"/>
          </p:cNvSpPr>
          <p:nvPr>
            <p:ph type="title" idx="9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/>
          <p:nvPr/>
        </p:nvSpPr>
        <p:spPr>
          <a:xfrm>
            <a:off x="4412238" y="-1097250"/>
            <a:ext cx="5489700" cy="54897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5"/>
          <p:cNvSpPr txBox="1">
            <a:spLocks noGrp="1"/>
          </p:cNvSpPr>
          <p:nvPr>
            <p:ph type="title" idx="2"/>
          </p:nvPr>
        </p:nvSpPr>
        <p:spPr>
          <a:xfrm>
            <a:off x="890875" y="235844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08" name="Google Shape;308;p35"/>
          <p:cNvSpPr txBox="1">
            <a:spLocks noGrp="1"/>
          </p:cNvSpPr>
          <p:nvPr>
            <p:ph type="subTitle" idx="1"/>
          </p:nvPr>
        </p:nvSpPr>
        <p:spPr>
          <a:xfrm>
            <a:off x="890875" y="2886140"/>
            <a:ext cx="22419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5"/>
          <p:cNvSpPr txBox="1">
            <a:spLocks noGrp="1"/>
          </p:cNvSpPr>
          <p:nvPr>
            <p:ph type="title" idx="3"/>
          </p:nvPr>
        </p:nvSpPr>
        <p:spPr>
          <a:xfrm>
            <a:off x="3439563" y="235844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4"/>
          </p:nvPr>
        </p:nvSpPr>
        <p:spPr>
          <a:xfrm>
            <a:off x="3439563" y="2886140"/>
            <a:ext cx="22419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5"/>
          <p:cNvSpPr txBox="1">
            <a:spLocks noGrp="1"/>
          </p:cNvSpPr>
          <p:nvPr>
            <p:ph type="title" idx="5"/>
          </p:nvPr>
        </p:nvSpPr>
        <p:spPr>
          <a:xfrm>
            <a:off x="5988275" y="235844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2" name="Google Shape;312;p35"/>
          <p:cNvSpPr txBox="1">
            <a:spLocks noGrp="1"/>
          </p:cNvSpPr>
          <p:nvPr>
            <p:ph type="subTitle" idx="6"/>
          </p:nvPr>
        </p:nvSpPr>
        <p:spPr>
          <a:xfrm>
            <a:off x="5988275" y="2886140"/>
            <a:ext cx="22419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13" name="Google Shape;313;p35"/>
          <p:cNvGrpSpPr/>
          <p:nvPr/>
        </p:nvGrpSpPr>
        <p:grpSpPr>
          <a:xfrm>
            <a:off x="8373782" y="4621856"/>
            <a:ext cx="882480" cy="329031"/>
            <a:chOff x="4042650" y="642025"/>
            <a:chExt cx="1154625" cy="430500"/>
          </a:xfrm>
        </p:grpSpPr>
        <p:sp>
          <p:nvSpPr>
            <p:cNvPr id="314" name="Google Shape;314;p35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5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35"/>
          <p:cNvGrpSpPr/>
          <p:nvPr/>
        </p:nvGrpSpPr>
        <p:grpSpPr>
          <a:xfrm rot="10800000">
            <a:off x="5649001" y="4534812"/>
            <a:ext cx="2724785" cy="350705"/>
            <a:chOff x="198225" y="4390550"/>
            <a:chExt cx="3765075" cy="484600"/>
          </a:xfrm>
        </p:grpSpPr>
        <p:sp>
          <p:nvSpPr>
            <p:cNvPr id="317" name="Google Shape;317;p35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5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" name="Google Shape;319;p35"/>
          <p:cNvSpPr/>
          <p:nvPr/>
        </p:nvSpPr>
        <p:spPr>
          <a:xfrm>
            <a:off x="-516031" y="3019200"/>
            <a:ext cx="2707800" cy="27078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0" name="Google Shape;320;p35"/>
          <p:cNvPicPr preferRelativeResize="0"/>
          <p:nvPr/>
        </p:nvPicPr>
        <p:blipFill rotWithShape="1">
          <a:blip r:embed="rId3">
            <a:alphaModFix/>
          </a:blip>
          <a:srcRect b="44478"/>
          <a:stretch/>
        </p:blipFill>
        <p:spPr>
          <a:xfrm>
            <a:off x="70550" y="54126"/>
            <a:ext cx="2502225" cy="8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/>
          <p:nvPr/>
        </p:nvSpPr>
        <p:spPr>
          <a:xfrm>
            <a:off x="-650500" y="-832950"/>
            <a:ext cx="4289400" cy="42894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3" name="Google Shape;323;p36"/>
          <p:cNvPicPr preferRelativeResize="0"/>
          <p:nvPr/>
        </p:nvPicPr>
        <p:blipFill rotWithShape="1">
          <a:blip r:embed="rId3">
            <a:alphaModFix/>
          </a:blip>
          <a:srcRect r="28886" b="34314"/>
          <a:stretch/>
        </p:blipFill>
        <p:spPr>
          <a:xfrm>
            <a:off x="6685800" y="3758425"/>
            <a:ext cx="2380825" cy="133267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6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6"/>
          <p:cNvSpPr txBox="1">
            <a:spLocks noGrp="1"/>
          </p:cNvSpPr>
          <p:nvPr>
            <p:ph type="title" idx="2"/>
          </p:nvPr>
        </p:nvSpPr>
        <p:spPr>
          <a:xfrm>
            <a:off x="865180" y="1537650"/>
            <a:ext cx="188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6" name="Google Shape;326;p36"/>
          <p:cNvSpPr txBox="1">
            <a:spLocks noGrp="1"/>
          </p:cNvSpPr>
          <p:nvPr>
            <p:ph type="subTitle" idx="1"/>
          </p:nvPr>
        </p:nvSpPr>
        <p:spPr>
          <a:xfrm>
            <a:off x="3390000" y="1493700"/>
            <a:ext cx="48303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6"/>
          <p:cNvSpPr txBox="1">
            <a:spLocks noGrp="1"/>
          </p:cNvSpPr>
          <p:nvPr>
            <p:ph type="title" idx="3"/>
          </p:nvPr>
        </p:nvSpPr>
        <p:spPr>
          <a:xfrm>
            <a:off x="863525" y="2592560"/>
            <a:ext cx="188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8" name="Google Shape;328;p36"/>
          <p:cNvSpPr txBox="1">
            <a:spLocks noGrp="1"/>
          </p:cNvSpPr>
          <p:nvPr>
            <p:ph type="subTitle" idx="4"/>
          </p:nvPr>
        </p:nvSpPr>
        <p:spPr>
          <a:xfrm>
            <a:off x="3391200" y="2550906"/>
            <a:ext cx="48279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6"/>
          <p:cNvSpPr txBox="1">
            <a:spLocks noGrp="1"/>
          </p:cNvSpPr>
          <p:nvPr>
            <p:ph type="title" idx="5"/>
          </p:nvPr>
        </p:nvSpPr>
        <p:spPr>
          <a:xfrm>
            <a:off x="863526" y="3647470"/>
            <a:ext cx="188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0" name="Google Shape;330;p36"/>
          <p:cNvSpPr txBox="1">
            <a:spLocks noGrp="1"/>
          </p:cNvSpPr>
          <p:nvPr>
            <p:ph type="subTitle" idx="6"/>
          </p:nvPr>
        </p:nvSpPr>
        <p:spPr>
          <a:xfrm>
            <a:off x="3391200" y="3605112"/>
            <a:ext cx="48279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6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/>
          <p:nvPr/>
        </p:nvSpPr>
        <p:spPr>
          <a:xfrm>
            <a:off x="4412238" y="-1097250"/>
            <a:ext cx="5489700" cy="54897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title" idx="2"/>
          </p:nvPr>
        </p:nvSpPr>
        <p:spPr>
          <a:xfrm>
            <a:off x="890875" y="331219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5" name="Google Shape;335;p37"/>
          <p:cNvSpPr txBox="1">
            <a:spLocks noGrp="1"/>
          </p:cNvSpPr>
          <p:nvPr>
            <p:ph type="subTitle" idx="1"/>
          </p:nvPr>
        </p:nvSpPr>
        <p:spPr>
          <a:xfrm>
            <a:off x="890875" y="3839896"/>
            <a:ext cx="2241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37"/>
          <p:cNvSpPr txBox="1">
            <a:spLocks noGrp="1"/>
          </p:cNvSpPr>
          <p:nvPr>
            <p:ph type="title" idx="3"/>
          </p:nvPr>
        </p:nvSpPr>
        <p:spPr>
          <a:xfrm>
            <a:off x="3439563" y="331219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7" name="Google Shape;337;p37"/>
          <p:cNvSpPr txBox="1">
            <a:spLocks noGrp="1"/>
          </p:cNvSpPr>
          <p:nvPr>
            <p:ph type="subTitle" idx="4"/>
          </p:nvPr>
        </p:nvSpPr>
        <p:spPr>
          <a:xfrm>
            <a:off x="3439575" y="3839896"/>
            <a:ext cx="2241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7"/>
          <p:cNvSpPr txBox="1">
            <a:spLocks noGrp="1"/>
          </p:cNvSpPr>
          <p:nvPr>
            <p:ph type="title" idx="5"/>
          </p:nvPr>
        </p:nvSpPr>
        <p:spPr>
          <a:xfrm>
            <a:off x="5988275" y="331219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9" name="Google Shape;339;p37"/>
          <p:cNvSpPr txBox="1">
            <a:spLocks noGrp="1"/>
          </p:cNvSpPr>
          <p:nvPr>
            <p:ph type="subTitle" idx="6"/>
          </p:nvPr>
        </p:nvSpPr>
        <p:spPr>
          <a:xfrm>
            <a:off x="5988275" y="3839896"/>
            <a:ext cx="2241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40" name="Google Shape;340;p37"/>
          <p:cNvGrpSpPr/>
          <p:nvPr/>
        </p:nvGrpSpPr>
        <p:grpSpPr>
          <a:xfrm>
            <a:off x="8373782" y="4621856"/>
            <a:ext cx="882480" cy="329031"/>
            <a:chOff x="4042650" y="642025"/>
            <a:chExt cx="1154625" cy="430500"/>
          </a:xfrm>
        </p:grpSpPr>
        <p:sp>
          <p:nvSpPr>
            <p:cNvPr id="341" name="Google Shape;341;p37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7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7"/>
          <p:cNvGrpSpPr/>
          <p:nvPr/>
        </p:nvGrpSpPr>
        <p:grpSpPr>
          <a:xfrm rot="10800000">
            <a:off x="5649001" y="4534812"/>
            <a:ext cx="2724785" cy="350705"/>
            <a:chOff x="198225" y="4390550"/>
            <a:chExt cx="3765075" cy="484600"/>
          </a:xfrm>
        </p:grpSpPr>
        <p:sp>
          <p:nvSpPr>
            <p:cNvPr id="344" name="Google Shape;344;p37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7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6" name="Google Shape;346;p37"/>
          <p:cNvSpPr/>
          <p:nvPr/>
        </p:nvSpPr>
        <p:spPr>
          <a:xfrm>
            <a:off x="-516031" y="3019200"/>
            <a:ext cx="2707800" cy="27078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p37"/>
          <p:cNvPicPr preferRelativeResize="0"/>
          <p:nvPr/>
        </p:nvPicPr>
        <p:blipFill rotWithShape="1">
          <a:blip r:embed="rId3">
            <a:alphaModFix/>
          </a:blip>
          <a:srcRect b="44478"/>
          <a:stretch/>
        </p:blipFill>
        <p:spPr>
          <a:xfrm>
            <a:off x="70550" y="54126"/>
            <a:ext cx="2502225" cy="84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/>
          <p:cNvSpPr>
            <a:spLocks noGrp="1"/>
          </p:cNvSpPr>
          <p:nvPr>
            <p:ph type="pic" idx="7"/>
          </p:nvPr>
        </p:nvSpPr>
        <p:spPr>
          <a:xfrm>
            <a:off x="2376450" y="1285600"/>
            <a:ext cx="4368000" cy="1933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6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/>
          <p:nvPr/>
        </p:nvSpPr>
        <p:spPr>
          <a:xfrm>
            <a:off x="-650500" y="-832950"/>
            <a:ext cx="4289400" cy="42894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1" name="Google Shape;351;p38"/>
          <p:cNvPicPr preferRelativeResize="0"/>
          <p:nvPr/>
        </p:nvPicPr>
        <p:blipFill rotWithShape="1">
          <a:blip r:embed="rId3">
            <a:alphaModFix/>
          </a:blip>
          <a:srcRect r="28886" b="34314"/>
          <a:stretch/>
        </p:blipFill>
        <p:spPr>
          <a:xfrm>
            <a:off x="6685800" y="3758425"/>
            <a:ext cx="2380825" cy="133267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8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38"/>
          <p:cNvSpPr txBox="1">
            <a:spLocks noGrp="1"/>
          </p:cNvSpPr>
          <p:nvPr>
            <p:ph type="title" idx="2"/>
          </p:nvPr>
        </p:nvSpPr>
        <p:spPr>
          <a:xfrm>
            <a:off x="5198756" y="1168750"/>
            <a:ext cx="2079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4" name="Google Shape;354;p38"/>
          <p:cNvSpPr txBox="1">
            <a:spLocks noGrp="1"/>
          </p:cNvSpPr>
          <p:nvPr>
            <p:ph type="subTitle" idx="1"/>
          </p:nvPr>
        </p:nvSpPr>
        <p:spPr>
          <a:xfrm>
            <a:off x="5196925" y="1696447"/>
            <a:ext cx="313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38"/>
          <p:cNvSpPr txBox="1">
            <a:spLocks noGrp="1"/>
          </p:cNvSpPr>
          <p:nvPr>
            <p:ph type="title" idx="3"/>
          </p:nvPr>
        </p:nvSpPr>
        <p:spPr>
          <a:xfrm>
            <a:off x="5196925" y="2299857"/>
            <a:ext cx="2083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6" name="Google Shape;356;p38"/>
          <p:cNvSpPr txBox="1">
            <a:spLocks noGrp="1"/>
          </p:cNvSpPr>
          <p:nvPr>
            <p:ph type="subTitle" idx="4"/>
          </p:nvPr>
        </p:nvSpPr>
        <p:spPr>
          <a:xfrm>
            <a:off x="5197703" y="2829849"/>
            <a:ext cx="31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38"/>
          <p:cNvSpPr txBox="1">
            <a:spLocks noGrp="1"/>
          </p:cNvSpPr>
          <p:nvPr>
            <p:ph type="title" idx="5"/>
          </p:nvPr>
        </p:nvSpPr>
        <p:spPr>
          <a:xfrm>
            <a:off x="5196926" y="3430965"/>
            <a:ext cx="2083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8" name="Google Shape;358;p38"/>
          <p:cNvSpPr txBox="1">
            <a:spLocks noGrp="1"/>
          </p:cNvSpPr>
          <p:nvPr>
            <p:ph type="subTitle" idx="6"/>
          </p:nvPr>
        </p:nvSpPr>
        <p:spPr>
          <a:xfrm>
            <a:off x="5197703" y="3960250"/>
            <a:ext cx="31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38"/>
          <p:cNvSpPr txBox="1">
            <a:spLocks noGrp="1"/>
          </p:cNvSpPr>
          <p:nvPr>
            <p:ph type="title" idx="7" hasCustomPrompt="1"/>
          </p:nvPr>
        </p:nvSpPr>
        <p:spPr>
          <a:xfrm>
            <a:off x="4010579" y="1500185"/>
            <a:ext cx="10854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0" name="Google Shape;360;p38"/>
          <p:cNvSpPr txBox="1">
            <a:spLocks noGrp="1"/>
          </p:cNvSpPr>
          <p:nvPr>
            <p:ph type="title" idx="8" hasCustomPrompt="1"/>
          </p:nvPr>
        </p:nvSpPr>
        <p:spPr>
          <a:xfrm>
            <a:off x="4029300" y="2633994"/>
            <a:ext cx="10854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1" name="Google Shape;361;p38"/>
          <p:cNvSpPr txBox="1">
            <a:spLocks noGrp="1"/>
          </p:cNvSpPr>
          <p:nvPr>
            <p:ph type="title" idx="9" hasCustomPrompt="1"/>
          </p:nvPr>
        </p:nvSpPr>
        <p:spPr>
          <a:xfrm>
            <a:off x="4029300" y="3767720"/>
            <a:ext cx="10854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2" name="Google Shape;362;p38"/>
          <p:cNvSpPr>
            <a:spLocks noGrp="1"/>
          </p:cNvSpPr>
          <p:nvPr>
            <p:ph type="pic" idx="13"/>
          </p:nvPr>
        </p:nvSpPr>
        <p:spPr>
          <a:xfrm>
            <a:off x="720000" y="1571500"/>
            <a:ext cx="3085800" cy="27960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/>
          <p:nvPr/>
        </p:nvSpPr>
        <p:spPr>
          <a:xfrm>
            <a:off x="5152050" y="10177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0"/>
          <p:cNvSpPr/>
          <p:nvPr/>
        </p:nvSpPr>
        <p:spPr>
          <a:xfrm>
            <a:off x="-695325" y="-12740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0"/>
          <p:cNvSpPr/>
          <p:nvPr/>
        </p:nvSpPr>
        <p:spPr>
          <a:xfrm>
            <a:off x="535025" y="277250"/>
            <a:ext cx="8073900" cy="4589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0"/>
          <p:cNvSpPr txBox="1">
            <a:spLocks noGrp="1"/>
          </p:cNvSpPr>
          <p:nvPr>
            <p:ph type="title"/>
          </p:nvPr>
        </p:nvSpPr>
        <p:spPr>
          <a:xfrm>
            <a:off x="720000" y="438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40"/>
          <p:cNvSpPr txBox="1">
            <a:spLocks noGrp="1"/>
          </p:cNvSpPr>
          <p:nvPr>
            <p:ph type="title" idx="2"/>
          </p:nvPr>
        </p:nvSpPr>
        <p:spPr>
          <a:xfrm>
            <a:off x="927243" y="1766400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6" name="Google Shape;386;p40"/>
          <p:cNvSpPr txBox="1">
            <a:spLocks noGrp="1"/>
          </p:cNvSpPr>
          <p:nvPr>
            <p:ph type="subTitle" idx="1"/>
          </p:nvPr>
        </p:nvSpPr>
        <p:spPr>
          <a:xfrm>
            <a:off x="927143" y="2204775"/>
            <a:ext cx="21888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40"/>
          <p:cNvSpPr txBox="1">
            <a:spLocks noGrp="1"/>
          </p:cNvSpPr>
          <p:nvPr>
            <p:ph type="title" idx="3"/>
          </p:nvPr>
        </p:nvSpPr>
        <p:spPr>
          <a:xfrm>
            <a:off x="6028057" y="1766400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8" name="Google Shape;388;p40"/>
          <p:cNvSpPr txBox="1">
            <a:spLocks noGrp="1"/>
          </p:cNvSpPr>
          <p:nvPr>
            <p:ph type="subTitle" idx="4"/>
          </p:nvPr>
        </p:nvSpPr>
        <p:spPr>
          <a:xfrm>
            <a:off x="6028043" y="2204775"/>
            <a:ext cx="21888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40"/>
          <p:cNvSpPr txBox="1">
            <a:spLocks noGrp="1"/>
          </p:cNvSpPr>
          <p:nvPr>
            <p:ph type="title" idx="5"/>
          </p:nvPr>
        </p:nvSpPr>
        <p:spPr>
          <a:xfrm>
            <a:off x="927243" y="3199800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0" name="Google Shape;390;p40"/>
          <p:cNvSpPr txBox="1">
            <a:spLocks noGrp="1"/>
          </p:cNvSpPr>
          <p:nvPr>
            <p:ph type="subTitle" idx="6"/>
          </p:nvPr>
        </p:nvSpPr>
        <p:spPr>
          <a:xfrm>
            <a:off x="927143" y="3638175"/>
            <a:ext cx="21888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40"/>
          <p:cNvSpPr txBox="1">
            <a:spLocks noGrp="1"/>
          </p:cNvSpPr>
          <p:nvPr>
            <p:ph type="title" idx="7"/>
          </p:nvPr>
        </p:nvSpPr>
        <p:spPr>
          <a:xfrm>
            <a:off x="6028057" y="3199800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2" name="Google Shape;392;p40"/>
          <p:cNvSpPr txBox="1">
            <a:spLocks noGrp="1"/>
          </p:cNvSpPr>
          <p:nvPr>
            <p:ph type="subTitle" idx="8"/>
          </p:nvPr>
        </p:nvSpPr>
        <p:spPr>
          <a:xfrm>
            <a:off x="6028043" y="3638175"/>
            <a:ext cx="21888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40"/>
          <p:cNvSpPr/>
          <p:nvPr/>
        </p:nvSpPr>
        <p:spPr>
          <a:xfrm>
            <a:off x="8608950" y="22477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0"/>
          <p:cNvSpPr/>
          <p:nvPr/>
        </p:nvSpPr>
        <p:spPr>
          <a:xfrm>
            <a:off x="239550" y="466342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/>
          <p:nvPr/>
        </p:nvSpPr>
        <p:spPr>
          <a:xfrm>
            <a:off x="6014575" y="1982125"/>
            <a:ext cx="4982400" cy="49824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41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41"/>
          <p:cNvSpPr txBox="1">
            <a:spLocks noGrp="1"/>
          </p:cNvSpPr>
          <p:nvPr>
            <p:ph type="title" idx="2"/>
          </p:nvPr>
        </p:nvSpPr>
        <p:spPr>
          <a:xfrm>
            <a:off x="720106" y="180987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9" name="Google Shape;399;p41"/>
          <p:cNvSpPr txBox="1">
            <a:spLocks noGrp="1"/>
          </p:cNvSpPr>
          <p:nvPr>
            <p:ph type="subTitle" idx="1"/>
          </p:nvPr>
        </p:nvSpPr>
        <p:spPr>
          <a:xfrm>
            <a:off x="720006" y="224825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41"/>
          <p:cNvSpPr txBox="1">
            <a:spLocks noGrp="1"/>
          </p:cNvSpPr>
          <p:nvPr>
            <p:ph type="title" idx="3"/>
          </p:nvPr>
        </p:nvSpPr>
        <p:spPr>
          <a:xfrm>
            <a:off x="3490594" y="180987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01" name="Google Shape;401;p41"/>
          <p:cNvSpPr txBox="1">
            <a:spLocks noGrp="1"/>
          </p:cNvSpPr>
          <p:nvPr>
            <p:ph type="subTitle" idx="4"/>
          </p:nvPr>
        </p:nvSpPr>
        <p:spPr>
          <a:xfrm>
            <a:off x="3490575" y="224825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41"/>
          <p:cNvSpPr txBox="1">
            <a:spLocks noGrp="1"/>
          </p:cNvSpPr>
          <p:nvPr>
            <p:ph type="title" idx="5"/>
          </p:nvPr>
        </p:nvSpPr>
        <p:spPr>
          <a:xfrm>
            <a:off x="720106" y="355012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03" name="Google Shape;403;p41"/>
          <p:cNvSpPr txBox="1">
            <a:spLocks noGrp="1"/>
          </p:cNvSpPr>
          <p:nvPr>
            <p:ph type="subTitle" idx="6"/>
          </p:nvPr>
        </p:nvSpPr>
        <p:spPr>
          <a:xfrm>
            <a:off x="720006" y="398850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41"/>
          <p:cNvSpPr txBox="1">
            <a:spLocks noGrp="1"/>
          </p:cNvSpPr>
          <p:nvPr>
            <p:ph type="title" idx="7"/>
          </p:nvPr>
        </p:nvSpPr>
        <p:spPr>
          <a:xfrm>
            <a:off x="3490594" y="355012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05" name="Google Shape;405;p41"/>
          <p:cNvSpPr txBox="1">
            <a:spLocks noGrp="1"/>
          </p:cNvSpPr>
          <p:nvPr>
            <p:ph type="subTitle" idx="8"/>
          </p:nvPr>
        </p:nvSpPr>
        <p:spPr>
          <a:xfrm>
            <a:off x="3490575" y="398850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6" name="Google Shape;406;p41"/>
          <p:cNvGrpSpPr/>
          <p:nvPr/>
        </p:nvGrpSpPr>
        <p:grpSpPr>
          <a:xfrm>
            <a:off x="7165188" y="-12"/>
            <a:ext cx="1852400" cy="5143500"/>
            <a:chOff x="7165188" y="-12"/>
            <a:chExt cx="1852400" cy="5143500"/>
          </a:xfrm>
        </p:grpSpPr>
        <p:grpSp>
          <p:nvGrpSpPr>
            <p:cNvPr id="407" name="Google Shape;407;p41"/>
            <p:cNvGrpSpPr/>
            <p:nvPr/>
          </p:nvGrpSpPr>
          <p:grpSpPr>
            <a:xfrm rot="5400000" flipH="1">
              <a:off x="6164325" y="3018650"/>
              <a:ext cx="3765075" cy="484600"/>
              <a:chOff x="198225" y="4390550"/>
              <a:chExt cx="3765075" cy="484600"/>
            </a:xfrm>
          </p:grpSpPr>
          <p:sp>
            <p:nvSpPr>
              <p:cNvPr id="408" name="Google Shape;408;p41"/>
              <p:cNvSpPr/>
              <p:nvPr/>
            </p:nvSpPr>
            <p:spPr>
              <a:xfrm>
                <a:off x="198225" y="4390550"/>
                <a:ext cx="358052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143221" h="15693" fill="none" extrusionOk="0">
                    <a:moveTo>
                      <a:pt x="1" y="7585"/>
                    </a:moveTo>
                    <a:lnTo>
                      <a:pt x="21063" y="7585"/>
                    </a:lnTo>
                    <a:lnTo>
                      <a:pt x="28659" y="1"/>
                    </a:lnTo>
                    <a:lnTo>
                      <a:pt x="118492" y="1"/>
                    </a:lnTo>
                    <a:lnTo>
                      <a:pt x="134172" y="15693"/>
                    </a:lnTo>
                    <a:lnTo>
                      <a:pt x="143221" y="1569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41"/>
              <p:cNvSpPr/>
              <p:nvPr/>
            </p:nvSpPr>
            <p:spPr>
              <a:xfrm>
                <a:off x="3778725" y="4690575"/>
                <a:ext cx="184575" cy="184575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83" fill="none" extrusionOk="0">
                    <a:moveTo>
                      <a:pt x="1" y="3692"/>
                    </a:moveTo>
                    <a:cubicBezTo>
                      <a:pt x="1" y="1656"/>
                      <a:pt x="1656" y="1"/>
                      <a:pt x="3692" y="1"/>
                    </a:cubicBezTo>
                    <a:cubicBezTo>
                      <a:pt x="5728" y="1"/>
                      <a:pt x="7383" y="1656"/>
                      <a:pt x="7383" y="3692"/>
                    </a:cubicBezTo>
                    <a:cubicBezTo>
                      <a:pt x="7383" y="5728"/>
                      <a:pt x="5728" y="7383"/>
                      <a:pt x="3692" y="7383"/>
                    </a:cubicBezTo>
                    <a:cubicBezTo>
                      <a:pt x="1656" y="7383"/>
                      <a:pt x="1" y="5728"/>
                      <a:pt x="1" y="3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0" name="Google Shape;410;p41"/>
            <p:cNvGrpSpPr/>
            <p:nvPr/>
          </p:nvGrpSpPr>
          <p:grpSpPr>
            <a:xfrm rot="5400000" flipH="1">
              <a:off x="5770950" y="1394225"/>
              <a:ext cx="3427850" cy="639375"/>
              <a:chOff x="1298650" y="3255600"/>
              <a:chExt cx="3427850" cy="639375"/>
            </a:xfrm>
          </p:grpSpPr>
          <p:sp>
            <p:nvSpPr>
              <p:cNvPr id="411" name="Google Shape;411;p41"/>
              <p:cNvSpPr/>
              <p:nvPr/>
            </p:nvSpPr>
            <p:spPr>
              <a:xfrm>
                <a:off x="1483200" y="3347875"/>
                <a:ext cx="3243300" cy="547100"/>
              </a:xfrm>
              <a:custGeom>
                <a:avLst/>
                <a:gdLst/>
                <a:ahLst/>
                <a:cxnLst/>
                <a:rect l="l" t="t" r="r" b="b"/>
                <a:pathLst>
                  <a:path w="129732" h="21884" fill="none" extrusionOk="0">
                    <a:moveTo>
                      <a:pt x="129731" y="11311"/>
                    </a:moveTo>
                    <a:lnTo>
                      <a:pt x="100335" y="11311"/>
                    </a:lnTo>
                    <a:lnTo>
                      <a:pt x="89738" y="21884"/>
                    </a:lnTo>
                    <a:lnTo>
                      <a:pt x="34529" y="21884"/>
                    </a:lnTo>
                    <a:lnTo>
                      <a:pt x="12633" y="0"/>
                    </a:ln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41"/>
              <p:cNvSpPr/>
              <p:nvPr/>
            </p:nvSpPr>
            <p:spPr>
              <a:xfrm>
                <a:off x="1298650" y="3255600"/>
                <a:ext cx="184575" cy="184850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94" fill="none" extrusionOk="0">
                    <a:moveTo>
                      <a:pt x="1" y="3691"/>
                    </a:moveTo>
                    <a:cubicBezTo>
                      <a:pt x="1" y="1643"/>
                      <a:pt x="1644" y="0"/>
                      <a:pt x="3692" y="0"/>
                    </a:cubicBezTo>
                    <a:cubicBezTo>
                      <a:pt x="5728" y="0"/>
                      <a:pt x="7383" y="1643"/>
                      <a:pt x="7383" y="3691"/>
                    </a:cubicBezTo>
                    <a:cubicBezTo>
                      <a:pt x="7383" y="5727"/>
                      <a:pt x="5728" y="7382"/>
                      <a:pt x="3692" y="7382"/>
                    </a:cubicBezTo>
                    <a:cubicBezTo>
                      <a:pt x="1644" y="7394"/>
                      <a:pt x="1" y="5727"/>
                      <a:pt x="1" y="369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" name="Google Shape;413;p41"/>
            <p:cNvGrpSpPr/>
            <p:nvPr/>
          </p:nvGrpSpPr>
          <p:grpSpPr>
            <a:xfrm rot="-5400000" flipH="1">
              <a:off x="6892750" y="1640225"/>
              <a:ext cx="3765075" cy="484600"/>
              <a:chOff x="198225" y="4390550"/>
              <a:chExt cx="3765075" cy="484600"/>
            </a:xfrm>
          </p:grpSpPr>
          <p:sp>
            <p:nvSpPr>
              <p:cNvPr id="414" name="Google Shape;414;p41"/>
              <p:cNvSpPr/>
              <p:nvPr/>
            </p:nvSpPr>
            <p:spPr>
              <a:xfrm>
                <a:off x="198225" y="4390550"/>
                <a:ext cx="358052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143221" h="15693" fill="none" extrusionOk="0">
                    <a:moveTo>
                      <a:pt x="1" y="7585"/>
                    </a:moveTo>
                    <a:lnTo>
                      <a:pt x="21063" y="7585"/>
                    </a:lnTo>
                    <a:lnTo>
                      <a:pt x="28659" y="1"/>
                    </a:lnTo>
                    <a:lnTo>
                      <a:pt x="118492" y="1"/>
                    </a:lnTo>
                    <a:lnTo>
                      <a:pt x="134172" y="15693"/>
                    </a:lnTo>
                    <a:lnTo>
                      <a:pt x="143221" y="1569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41"/>
              <p:cNvSpPr/>
              <p:nvPr/>
            </p:nvSpPr>
            <p:spPr>
              <a:xfrm>
                <a:off x="3778725" y="4690575"/>
                <a:ext cx="184575" cy="184575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83" fill="none" extrusionOk="0">
                    <a:moveTo>
                      <a:pt x="1" y="3692"/>
                    </a:moveTo>
                    <a:cubicBezTo>
                      <a:pt x="1" y="1656"/>
                      <a:pt x="1656" y="1"/>
                      <a:pt x="3692" y="1"/>
                    </a:cubicBezTo>
                    <a:cubicBezTo>
                      <a:pt x="5728" y="1"/>
                      <a:pt x="7383" y="1656"/>
                      <a:pt x="7383" y="3692"/>
                    </a:cubicBezTo>
                    <a:cubicBezTo>
                      <a:pt x="7383" y="5728"/>
                      <a:pt x="5728" y="7383"/>
                      <a:pt x="3692" y="7383"/>
                    </a:cubicBezTo>
                    <a:cubicBezTo>
                      <a:pt x="1656" y="7383"/>
                      <a:pt x="1" y="5728"/>
                      <a:pt x="1" y="3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6" name="Google Shape;416;p41"/>
            <p:cNvSpPr/>
            <p:nvPr/>
          </p:nvSpPr>
          <p:spPr>
            <a:xfrm>
              <a:off x="7764000" y="827319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1"/>
            <p:cNvSpPr/>
            <p:nvPr/>
          </p:nvSpPr>
          <p:spPr>
            <a:xfrm>
              <a:off x="7764000" y="325694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1"/>
            <p:cNvSpPr/>
            <p:nvPr/>
          </p:nvSpPr>
          <p:spPr>
            <a:xfrm>
              <a:off x="7406100" y="3765069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7406100" y="4221769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20" name="Google Shape;420;p41"/>
          <p:cNvPicPr preferRelativeResize="0"/>
          <p:nvPr/>
        </p:nvPicPr>
        <p:blipFill rotWithShape="1">
          <a:blip r:embed="rId3">
            <a:alphaModFix/>
          </a:blip>
          <a:srcRect b="33936"/>
          <a:stretch/>
        </p:blipFill>
        <p:spPr>
          <a:xfrm>
            <a:off x="0" y="0"/>
            <a:ext cx="3347900" cy="134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5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"/>
          <p:cNvSpPr/>
          <p:nvPr/>
        </p:nvSpPr>
        <p:spPr>
          <a:xfrm>
            <a:off x="6014575" y="1982125"/>
            <a:ext cx="4982400" cy="49824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42"/>
          <p:cNvSpPr txBox="1">
            <a:spLocks noGrp="1"/>
          </p:cNvSpPr>
          <p:nvPr>
            <p:ph type="title"/>
          </p:nvPr>
        </p:nvSpPr>
        <p:spPr>
          <a:xfrm>
            <a:off x="720000" y="438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42"/>
          <p:cNvSpPr txBox="1">
            <a:spLocks noGrp="1"/>
          </p:cNvSpPr>
          <p:nvPr>
            <p:ph type="title" idx="2"/>
          </p:nvPr>
        </p:nvSpPr>
        <p:spPr>
          <a:xfrm>
            <a:off x="2092381" y="150507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5" name="Google Shape;425;p42"/>
          <p:cNvSpPr txBox="1">
            <a:spLocks noGrp="1"/>
          </p:cNvSpPr>
          <p:nvPr>
            <p:ph type="subTitle" idx="1"/>
          </p:nvPr>
        </p:nvSpPr>
        <p:spPr>
          <a:xfrm>
            <a:off x="2092281" y="192000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42"/>
          <p:cNvSpPr txBox="1">
            <a:spLocks noGrp="1"/>
          </p:cNvSpPr>
          <p:nvPr>
            <p:ph type="title" idx="3"/>
          </p:nvPr>
        </p:nvSpPr>
        <p:spPr>
          <a:xfrm>
            <a:off x="4862869" y="150507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7" name="Google Shape;427;p42"/>
          <p:cNvSpPr txBox="1">
            <a:spLocks noGrp="1"/>
          </p:cNvSpPr>
          <p:nvPr>
            <p:ph type="subTitle" idx="4"/>
          </p:nvPr>
        </p:nvSpPr>
        <p:spPr>
          <a:xfrm>
            <a:off x="4862850" y="192000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42"/>
          <p:cNvSpPr txBox="1">
            <a:spLocks noGrp="1"/>
          </p:cNvSpPr>
          <p:nvPr>
            <p:ph type="title" idx="5"/>
          </p:nvPr>
        </p:nvSpPr>
        <p:spPr>
          <a:xfrm>
            <a:off x="2092381" y="324532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9" name="Google Shape;429;p42"/>
          <p:cNvSpPr txBox="1">
            <a:spLocks noGrp="1"/>
          </p:cNvSpPr>
          <p:nvPr>
            <p:ph type="subTitle" idx="6"/>
          </p:nvPr>
        </p:nvSpPr>
        <p:spPr>
          <a:xfrm>
            <a:off x="2092281" y="366025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42"/>
          <p:cNvSpPr txBox="1">
            <a:spLocks noGrp="1"/>
          </p:cNvSpPr>
          <p:nvPr>
            <p:ph type="title" idx="7"/>
          </p:nvPr>
        </p:nvSpPr>
        <p:spPr>
          <a:xfrm>
            <a:off x="4862869" y="324532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1" name="Google Shape;431;p42"/>
          <p:cNvSpPr txBox="1">
            <a:spLocks noGrp="1"/>
          </p:cNvSpPr>
          <p:nvPr>
            <p:ph type="subTitle" idx="8"/>
          </p:nvPr>
        </p:nvSpPr>
        <p:spPr>
          <a:xfrm>
            <a:off x="4862850" y="366025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2" name="Google Shape;432;p42"/>
          <p:cNvPicPr preferRelativeResize="0"/>
          <p:nvPr/>
        </p:nvPicPr>
        <p:blipFill rotWithShape="1">
          <a:blip r:embed="rId3">
            <a:alphaModFix/>
          </a:blip>
          <a:srcRect b="33936"/>
          <a:stretch/>
        </p:blipFill>
        <p:spPr>
          <a:xfrm>
            <a:off x="0" y="0"/>
            <a:ext cx="3347900" cy="13403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3" name="Google Shape;433;p42"/>
          <p:cNvGrpSpPr/>
          <p:nvPr/>
        </p:nvGrpSpPr>
        <p:grpSpPr>
          <a:xfrm rot="5400000" flipH="1">
            <a:off x="6614738" y="3018650"/>
            <a:ext cx="3765075" cy="484600"/>
            <a:chOff x="198225" y="4390550"/>
            <a:chExt cx="3765075" cy="484600"/>
          </a:xfrm>
        </p:grpSpPr>
        <p:sp>
          <p:nvSpPr>
            <p:cNvPr id="434" name="Google Shape;434;p42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2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" name="Google Shape;436;p42"/>
          <p:cNvGrpSpPr/>
          <p:nvPr/>
        </p:nvGrpSpPr>
        <p:grpSpPr>
          <a:xfrm rot="5400000" flipH="1">
            <a:off x="-963837" y="1394225"/>
            <a:ext cx="3427850" cy="639375"/>
            <a:chOff x="1298650" y="3255600"/>
            <a:chExt cx="3427850" cy="639375"/>
          </a:xfrm>
        </p:grpSpPr>
        <p:sp>
          <p:nvSpPr>
            <p:cNvPr id="437" name="Google Shape;437;p42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2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9" name="Google Shape;439;p42"/>
          <p:cNvSpPr/>
          <p:nvPr/>
        </p:nvSpPr>
        <p:spPr>
          <a:xfrm>
            <a:off x="8214413" y="827319"/>
            <a:ext cx="3579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42"/>
          <p:cNvSpPr/>
          <p:nvPr/>
        </p:nvSpPr>
        <p:spPr>
          <a:xfrm>
            <a:off x="8214413" y="325694"/>
            <a:ext cx="3579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42"/>
          <p:cNvSpPr/>
          <p:nvPr/>
        </p:nvSpPr>
        <p:spPr>
          <a:xfrm>
            <a:off x="671313" y="3765069"/>
            <a:ext cx="3579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2"/>
          <p:cNvSpPr/>
          <p:nvPr/>
        </p:nvSpPr>
        <p:spPr>
          <a:xfrm>
            <a:off x="671313" y="4221769"/>
            <a:ext cx="3579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3"/>
          <p:cNvSpPr txBox="1">
            <a:spLocks noGrp="1"/>
          </p:cNvSpPr>
          <p:nvPr>
            <p:ph type="title" idx="2"/>
          </p:nvPr>
        </p:nvSpPr>
        <p:spPr>
          <a:xfrm>
            <a:off x="1291813" y="181671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6" name="Google Shape;446;p43"/>
          <p:cNvSpPr txBox="1">
            <a:spLocks noGrp="1"/>
          </p:cNvSpPr>
          <p:nvPr>
            <p:ph type="subTitle" idx="1"/>
          </p:nvPr>
        </p:nvSpPr>
        <p:spPr>
          <a:xfrm>
            <a:off x="1291813" y="23270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43"/>
          <p:cNvSpPr txBox="1">
            <a:spLocks noGrp="1"/>
          </p:cNvSpPr>
          <p:nvPr>
            <p:ph type="title" idx="3"/>
          </p:nvPr>
        </p:nvSpPr>
        <p:spPr>
          <a:xfrm>
            <a:off x="3769585" y="181671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8" name="Google Shape;448;p43"/>
          <p:cNvSpPr txBox="1">
            <a:spLocks noGrp="1"/>
          </p:cNvSpPr>
          <p:nvPr>
            <p:ph type="subTitle" idx="4"/>
          </p:nvPr>
        </p:nvSpPr>
        <p:spPr>
          <a:xfrm>
            <a:off x="3769585" y="23270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43"/>
          <p:cNvSpPr txBox="1">
            <a:spLocks noGrp="1"/>
          </p:cNvSpPr>
          <p:nvPr>
            <p:ph type="title" idx="5"/>
          </p:nvPr>
        </p:nvSpPr>
        <p:spPr>
          <a:xfrm>
            <a:off x="1291813" y="36187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0" name="Google Shape;450;p43"/>
          <p:cNvSpPr txBox="1">
            <a:spLocks noGrp="1"/>
          </p:cNvSpPr>
          <p:nvPr>
            <p:ph type="subTitle" idx="6"/>
          </p:nvPr>
        </p:nvSpPr>
        <p:spPr>
          <a:xfrm>
            <a:off x="1291813" y="41290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43"/>
          <p:cNvSpPr txBox="1">
            <a:spLocks noGrp="1"/>
          </p:cNvSpPr>
          <p:nvPr>
            <p:ph type="title" idx="7"/>
          </p:nvPr>
        </p:nvSpPr>
        <p:spPr>
          <a:xfrm>
            <a:off x="3769585" y="36187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2" name="Google Shape;452;p43"/>
          <p:cNvSpPr txBox="1">
            <a:spLocks noGrp="1"/>
          </p:cNvSpPr>
          <p:nvPr>
            <p:ph type="subTitle" idx="8"/>
          </p:nvPr>
        </p:nvSpPr>
        <p:spPr>
          <a:xfrm>
            <a:off x="3769585" y="41290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43"/>
          <p:cNvSpPr txBox="1">
            <a:spLocks noGrp="1"/>
          </p:cNvSpPr>
          <p:nvPr>
            <p:ph type="title" idx="9"/>
          </p:nvPr>
        </p:nvSpPr>
        <p:spPr>
          <a:xfrm>
            <a:off x="6247364" y="181671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4" name="Google Shape;454;p43"/>
          <p:cNvSpPr txBox="1">
            <a:spLocks noGrp="1"/>
          </p:cNvSpPr>
          <p:nvPr>
            <p:ph type="subTitle" idx="13"/>
          </p:nvPr>
        </p:nvSpPr>
        <p:spPr>
          <a:xfrm>
            <a:off x="6247364" y="23270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title" idx="14"/>
          </p:nvPr>
        </p:nvSpPr>
        <p:spPr>
          <a:xfrm>
            <a:off x="6247364" y="36187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6" name="Google Shape;456;p43"/>
          <p:cNvSpPr txBox="1">
            <a:spLocks noGrp="1"/>
          </p:cNvSpPr>
          <p:nvPr>
            <p:ph type="subTitle" idx="15"/>
          </p:nvPr>
        </p:nvSpPr>
        <p:spPr>
          <a:xfrm>
            <a:off x="6247364" y="41290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7" name="Google Shape;457;p43"/>
          <p:cNvPicPr preferRelativeResize="0"/>
          <p:nvPr/>
        </p:nvPicPr>
        <p:blipFill rotWithShape="1">
          <a:blip r:embed="rId3">
            <a:alphaModFix/>
          </a:blip>
          <a:srcRect r="19348"/>
          <a:stretch/>
        </p:blipFill>
        <p:spPr>
          <a:xfrm>
            <a:off x="80725" y="2974811"/>
            <a:ext cx="2771650" cy="20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3"/>
          <p:cNvPicPr preferRelativeResize="0"/>
          <p:nvPr/>
        </p:nvPicPr>
        <p:blipFill rotWithShape="1">
          <a:blip r:embed="rId3">
            <a:alphaModFix/>
          </a:blip>
          <a:srcRect r="19348"/>
          <a:stretch/>
        </p:blipFill>
        <p:spPr>
          <a:xfrm>
            <a:off x="6372350" y="77375"/>
            <a:ext cx="2771650" cy="208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43"/>
          <p:cNvGrpSpPr/>
          <p:nvPr/>
        </p:nvGrpSpPr>
        <p:grpSpPr>
          <a:xfrm>
            <a:off x="368731" y="360425"/>
            <a:ext cx="780400" cy="357900"/>
            <a:chOff x="4598506" y="471425"/>
            <a:chExt cx="780400" cy="357900"/>
          </a:xfrm>
        </p:grpSpPr>
        <p:sp>
          <p:nvSpPr>
            <p:cNvPr id="460" name="Google Shape;460;p43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3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" name="Google Shape;462;p43"/>
          <p:cNvSpPr/>
          <p:nvPr/>
        </p:nvSpPr>
        <p:spPr>
          <a:xfrm rot="5400000">
            <a:off x="8437481" y="3720750"/>
            <a:ext cx="3579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7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4"/>
          <p:cNvSpPr/>
          <p:nvPr/>
        </p:nvSpPr>
        <p:spPr>
          <a:xfrm rot="10800000" flipH="1">
            <a:off x="5304450" y="-10454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4"/>
          <p:cNvSpPr/>
          <p:nvPr/>
        </p:nvSpPr>
        <p:spPr>
          <a:xfrm rot="10800000" flipH="1">
            <a:off x="-542925" y="3931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44"/>
          <p:cNvSpPr txBox="1">
            <a:spLocks noGrp="1"/>
          </p:cNvSpPr>
          <p:nvPr>
            <p:ph type="title"/>
          </p:nvPr>
        </p:nvSpPr>
        <p:spPr>
          <a:xfrm>
            <a:off x="720000" y="4367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44"/>
          <p:cNvSpPr txBox="1">
            <a:spLocks noGrp="1"/>
          </p:cNvSpPr>
          <p:nvPr>
            <p:ph type="title" idx="2"/>
          </p:nvPr>
        </p:nvSpPr>
        <p:spPr>
          <a:xfrm>
            <a:off x="1101213" y="170606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8" name="Google Shape;468;p44"/>
          <p:cNvSpPr txBox="1">
            <a:spLocks noGrp="1"/>
          </p:cNvSpPr>
          <p:nvPr>
            <p:ph type="subTitle" idx="1"/>
          </p:nvPr>
        </p:nvSpPr>
        <p:spPr>
          <a:xfrm>
            <a:off x="1101213" y="21443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44"/>
          <p:cNvSpPr txBox="1">
            <a:spLocks noGrp="1"/>
          </p:cNvSpPr>
          <p:nvPr>
            <p:ph type="title" idx="3"/>
          </p:nvPr>
        </p:nvSpPr>
        <p:spPr>
          <a:xfrm>
            <a:off x="3578985" y="170606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0" name="Google Shape;470;p44"/>
          <p:cNvSpPr txBox="1">
            <a:spLocks noGrp="1"/>
          </p:cNvSpPr>
          <p:nvPr>
            <p:ph type="subTitle" idx="4"/>
          </p:nvPr>
        </p:nvSpPr>
        <p:spPr>
          <a:xfrm>
            <a:off x="3578988" y="21443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44"/>
          <p:cNvSpPr txBox="1">
            <a:spLocks noGrp="1"/>
          </p:cNvSpPr>
          <p:nvPr>
            <p:ph type="title" idx="5"/>
          </p:nvPr>
        </p:nvSpPr>
        <p:spPr>
          <a:xfrm>
            <a:off x="1101213" y="312710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2" name="Google Shape;472;p44"/>
          <p:cNvSpPr txBox="1">
            <a:spLocks noGrp="1"/>
          </p:cNvSpPr>
          <p:nvPr>
            <p:ph type="subTitle" idx="6"/>
          </p:nvPr>
        </p:nvSpPr>
        <p:spPr>
          <a:xfrm>
            <a:off x="1101213" y="35653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44"/>
          <p:cNvSpPr txBox="1">
            <a:spLocks noGrp="1"/>
          </p:cNvSpPr>
          <p:nvPr>
            <p:ph type="title" idx="7"/>
          </p:nvPr>
        </p:nvSpPr>
        <p:spPr>
          <a:xfrm>
            <a:off x="3578985" y="312710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4" name="Google Shape;474;p44"/>
          <p:cNvSpPr txBox="1">
            <a:spLocks noGrp="1"/>
          </p:cNvSpPr>
          <p:nvPr>
            <p:ph type="subTitle" idx="8"/>
          </p:nvPr>
        </p:nvSpPr>
        <p:spPr>
          <a:xfrm>
            <a:off x="3578985" y="35653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44"/>
          <p:cNvSpPr txBox="1">
            <a:spLocks noGrp="1"/>
          </p:cNvSpPr>
          <p:nvPr>
            <p:ph type="title" idx="9"/>
          </p:nvPr>
        </p:nvSpPr>
        <p:spPr>
          <a:xfrm>
            <a:off x="6056764" y="170606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6" name="Google Shape;476;p44"/>
          <p:cNvSpPr txBox="1">
            <a:spLocks noGrp="1"/>
          </p:cNvSpPr>
          <p:nvPr>
            <p:ph type="subTitle" idx="13"/>
          </p:nvPr>
        </p:nvSpPr>
        <p:spPr>
          <a:xfrm>
            <a:off x="6056764" y="21443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4"/>
          <p:cNvSpPr txBox="1">
            <a:spLocks noGrp="1"/>
          </p:cNvSpPr>
          <p:nvPr>
            <p:ph type="title" idx="14"/>
          </p:nvPr>
        </p:nvSpPr>
        <p:spPr>
          <a:xfrm>
            <a:off x="6056764" y="312710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8" name="Google Shape;478;p44"/>
          <p:cNvSpPr txBox="1">
            <a:spLocks noGrp="1"/>
          </p:cNvSpPr>
          <p:nvPr>
            <p:ph type="subTitle" idx="15"/>
          </p:nvPr>
        </p:nvSpPr>
        <p:spPr>
          <a:xfrm>
            <a:off x="6056764" y="35653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79" name="Google Shape;479;p44"/>
          <p:cNvGrpSpPr/>
          <p:nvPr/>
        </p:nvGrpSpPr>
        <p:grpSpPr>
          <a:xfrm>
            <a:off x="368731" y="360425"/>
            <a:ext cx="780400" cy="357900"/>
            <a:chOff x="4598506" y="471425"/>
            <a:chExt cx="780400" cy="357900"/>
          </a:xfrm>
        </p:grpSpPr>
        <p:sp>
          <p:nvSpPr>
            <p:cNvPr id="480" name="Google Shape;480;p44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4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44"/>
          <p:cNvSpPr/>
          <p:nvPr/>
        </p:nvSpPr>
        <p:spPr>
          <a:xfrm rot="5400000">
            <a:off x="8437481" y="3720750"/>
            <a:ext cx="3579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3" name="Google Shape;483;p44"/>
          <p:cNvGrpSpPr/>
          <p:nvPr/>
        </p:nvGrpSpPr>
        <p:grpSpPr>
          <a:xfrm rot="10800000" flipH="1">
            <a:off x="-12" y="4570483"/>
            <a:ext cx="2780508" cy="357877"/>
            <a:chOff x="198225" y="4390550"/>
            <a:chExt cx="3765075" cy="484600"/>
          </a:xfrm>
        </p:grpSpPr>
        <p:sp>
          <p:nvSpPr>
            <p:cNvPr id="484" name="Google Shape;484;p4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44"/>
          <p:cNvGrpSpPr/>
          <p:nvPr/>
        </p:nvGrpSpPr>
        <p:grpSpPr>
          <a:xfrm>
            <a:off x="7083488" y="215150"/>
            <a:ext cx="2060513" cy="357885"/>
            <a:chOff x="6363488" y="215150"/>
            <a:chExt cx="2060513" cy="357885"/>
          </a:xfrm>
        </p:grpSpPr>
        <p:sp>
          <p:nvSpPr>
            <p:cNvPr id="487" name="Google Shape;487;p44"/>
            <p:cNvSpPr/>
            <p:nvPr/>
          </p:nvSpPr>
          <p:spPr>
            <a:xfrm flipH="1">
              <a:off x="6499827" y="215150"/>
              <a:ext cx="1924174" cy="289732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4"/>
            <p:cNvSpPr/>
            <p:nvPr/>
          </p:nvSpPr>
          <p:spPr>
            <a:xfrm flipH="1">
              <a:off x="6363488" y="436726"/>
              <a:ext cx="136309" cy="136309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"/>
          <p:cNvSpPr txBox="1">
            <a:spLocks noGrp="1"/>
          </p:cNvSpPr>
          <p:nvPr>
            <p:ph type="title" hasCustomPrompt="1"/>
          </p:nvPr>
        </p:nvSpPr>
        <p:spPr>
          <a:xfrm>
            <a:off x="862475" y="3023088"/>
            <a:ext cx="2230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3" name="Google Shape;503;p48"/>
          <p:cNvSpPr txBox="1">
            <a:spLocks noGrp="1"/>
          </p:cNvSpPr>
          <p:nvPr>
            <p:ph type="subTitle" idx="1"/>
          </p:nvPr>
        </p:nvSpPr>
        <p:spPr>
          <a:xfrm>
            <a:off x="862475" y="3719563"/>
            <a:ext cx="2230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04" name="Google Shape;504;p48"/>
          <p:cNvSpPr txBox="1">
            <a:spLocks noGrp="1"/>
          </p:cNvSpPr>
          <p:nvPr>
            <p:ph type="title" idx="2" hasCustomPrompt="1"/>
          </p:nvPr>
        </p:nvSpPr>
        <p:spPr>
          <a:xfrm>
            <a:off x="3456627" y="1680650"/>
            <a:ext cx="2230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3"/>
          </p:nvPr>
        </p:nvSpPr>
        <p:spPr>
          <a:xfrm>
            <a:off x="3456627" y="2376555"/>
            <a:ext cx="2230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title" idx="4" hasCustomPrompt="1"/>
          </p:nvPr>
        </p:nvSpPr>
        <p:spPr>
          <a:xfrm>
            <a:off x="6050771" y="3023088"/>
            <a:ext cx="2230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7" name="Google Shape;507;p48"/>
          <p:cNvSpPr txBox="1">
            <a:spLocks noGrp="1"/>
          </p:cNvSpPr>
          <p:nvPr>
            <p:ph type="subTitle" idx="5"/>
          </p:nvPr>
        </p:nvSpPr>
        <p:spPr>
          <a:xfrm>
            <a:off x="6050771" y="3719563"/>
            <a:ext cx="2230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08" name="Google Shape;508;p48"/>
          <p:cNvSpPr txBox="1">
            <a:spLocks noGrp="1"/>
          </p:cNvSpPr>
          <p:nvPr>
            <p:ph type="title" idx="6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509" name="Google Shape;509;p48"/>
          <p:cNvPicPr preferRelativeResize="0"/>
          <p:nvPr/>
        </p:nvPicPr>
        <p:blipFill rotWithShape="1">
          <a:blip r:embed="rId3">
            <a:alphaModFix/>
          </a:blip>
          <a:srcRect l="14310"/>
          <a:stretch/>
        </p:blipFill>
        <p:spPr>
          <a:xfrm>
            <a:off x="6275250" y="3114650"/>
            <a:ext cx="2868750" cy="20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8"/>
          <p:cNvPicPr preferRelativeResize="0"/>
          <p:nvPr/>
        </p:nvPicPr>
        <p:blipFill rotWithShape="1">
          <a:blip r:embed="rId3">
            <a:alphaModFix/>
          </a:blip>
          <a:srcRect l="14310"/>
          <a:stretch/>
        </p:blipFill>
        <p:spPr>
          <a:xfrm>
            <a:off x="0" y="0"/>
            <a:ext cx="2868750" cy="2028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48"/>
          <p:cNvGrpSpPr/>
          <p:nvPr/>
        </p:nvGrpSpPr>
        <p:grpSpPr>
          <a:xfrm rot="10800000">
            <a:off x="6419226" y="86387"/>
            <a:ext cx="2724785" cy="350705"/>
            <a:chOff x="198225" y="4390550"/>
            <a:chExt cx="3765075" cy="484600"/>
          </a:xfrm>
        </p:grpSpPr>
        <p:sp>
          <p:nvSpPr>
            <p:cNvPr id="512" name="Google Shape;512;p48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8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4" name="Google Shape;514;p48"/>
          <p:cNvGrpSpPr/>
          <p:nvPr/>
        </p:nvGrpSpPr>
        <p:grpSpPr>
          <a:xfrm>
            <a:off x="351277" y="4786262"/>
            <a:ext cx="1160092" cy="63948"/>
            <a:chOff x="3779200" y="1371600"/>
            <a:chExt cx="1992600" cy="109500"/>
          </a:xfrm>
        </p:grpSpPr>
        <p:sp>
          <p:nvSpPr>
            <p:cNvPr id="515" name="Google Shape;515;p48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8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8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8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8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8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8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9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49"/>
          <p:cNvSpPr/>
          <p:nvPr/>
        </p:nvSpPr>
        <p:spPr>
          <a:xfrm>
            <a:off x="-793775" y="-80042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4" name="Google Shape;52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850" y="104461"/>
            <a:ext cx="3347900" cy="20288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5" name="Google Shape;525;p49"/>
          <p:cNvGrpSpPr/>
          <p:nvPr/>
        </p:nvGrpSpPr>
        <p:grpSpPr>
          <a:xfrm flipH="1">
            <a:off x="256575" y="4506113"/>
            <a:ext cx="1154625" cy="430500"/>
            <a:chOff x="4042650" y="642025"/>
            <a:chExt cx="1154625" cy="430500"/>
          </a:xfrm>
        </p:grpSpPr>
        <p:sp>
          <p:nvSpPr>
            <p:cNvPr id="526" name="Google Shape;526;p49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9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8" name="Google Shape;528;p49"/>
          <p:cNvSpPr/>
          <p:nvPr/>
        </p:nvSpPr>
        <p:spPr>
          <a:xfrm>
            <a:off x="7091100" y="300957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2"/>
          <p:cNvSpPr/>
          <p:nvPr/>
        </p:nvSpPr>
        <p:spPr>
          <a:xfrm>
            <a:off x="-793775" y="-80042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0" name="Google Shape;5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850" y="104461"/>
            <a:ext cx="3347900" cy="20288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1" name="Google Shape;551;p52"/>
          <p:cNvGrpSpPr/>
          <p:nvPr/>
        </p:nvGrpSpPr>
        <p:grpSpPr>
          <a:xfrm flipH="1">
            <a:off x="256575" y="4506113"/>
            <a:ext cx="1154625" cy="430500"/>
            <a:chOff x="4042650" y="642025"/>
            <a:chExt cx="1154625" cy="430500"/>
          </a:xfrm>
        </p:grpSpPr>
        <p:sp>
          <p:nvSpPr>
            <p:cNvPr id="552" name="Google Shape;552;p52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2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4" name="Google Shape;554;p52"/>
          <p:cNvSpPr/>
          <p:nvPr/>
        </p:nvSpPr>
        <p:spPr>
          <a:xfrm>
            <a:off x="7091100" y="300957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3"/>
          <p:cNvSpPr/>
          <p:nvPr/>
        </p:nvSpPr>
        <p:spPr>
          <a:xfrm>
            <a:off x="5152050" y="10177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53"/>
          <p:cNvSpPr/>
          <p:nvPr/>
        </p:nvSpPr>
        <p:spPr>
          <a:xfrm>
            <a:off x="-695325" y="-12740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3"/>
          <p:cNvSpPr/>
          <p:nvPr/>
        </p:nvSpPr>
        <p:spPr>
          <a:xfrm>
            <a:off x="535025" y="277250"/>
            <a:ext cx="8073900" cy="4589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3"/>
          <p:cNvSpPr/>
          <p:nvPr/>
        </p:nvSpPr>
        <p:spPr>
          <a:xfrm>
            <a:off x="8608950" y="22477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53"/>
          <p:cNvSpPr/>
          <p:nvPr/>
        </p:nvSpPr>
        <p:spPr>
          <a:xfrm>
            <a:off x="239550" y="466342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4"/>
          <p:cNvSpPr/>
          <p:nvPr/>
        </p:nvSpPr>
        <p:spPr>
          <a:xfrm rot="10800000" flipH="1">
            <a:off x="5304450" y="-10454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54"/>
          <p:cNvSpPr/>
          <p:nvPr/>
        </p:nvSpPr>
        <p:spPr>
          <a:xfrm rot="10800000" flipH="1">
            <a:off x="-542925" y="3931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4" name="Google Shape;564;p54"/>
          <p:cNvGrpSpPr/>
          <p:nvPr/>
        </p:nvGrpSpPr>
        <p:grpSpPr>
          <a:xfrm>
            <a:off x="368731" y="360425"/>
            <a:ext cx="780400" cy="357900"/>
            <a:chOff x="4598506" y="471425"/>
            <a:chExt cx="780400" cy="357900"/>
          </a:xfrm>
        </p:grpSpPr>
        <p:sp>
          <p:nvSpPr>
            <p:cNvPr id="565" name="Google Shape;565;p54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4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54"/>
          <p:cNvGrpSpPr/>
          <p:nvPr/>
        </p:nvGrpSpPr>
        <p:grpSpPr>
          <a:xfrm rot="10800000" flipH="1">
            <a:off x="-12" y="4570483"/>
            <a:ext cx="2780508" cy="357877"/>
            <a:chOff x="198225" y="4390550"/>
            <a:chExt cx="3765075" cy="484600"/>
          </a:xfrm>
        </p:grpSpPr>
        <p:sp>
          <p:nvSpPr>
            <p:cNvPr id="568" name="Google Shape;568;p5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54"/>
          <p:cNvGrpSpPr/>
          <p:nvPr/>
        </p:nvGrpSpPr>
        <p:grpSpPr>
          <a:xfrm>
            <a:off x="7083488" y="215150"/>
            <a:ext cx="2060513" cy="357885"/>
            <a:chOff x="6363488" y="215150"/>
            <a:chExt cx="2060513" cy="357885"/>
          </a:xfrm>
        </p:grpSpPr>
        <p:sp>
          <p:nvSpPr>
            <p:cNvPr id="571" name="Google Shape;571;p54"/>
            <p:cNvSpPr/>
            <p:nvPr/>
          </p:nvSpPr>
          <p:spPr>
            <a:xfrm flipH="1">
              <a:off x="6499827" y="215150"/>
              <a:ext cx="1924174" cy="289732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4"/>
            <p:cNvSpPr/>
            <p:nvPr/>
          </p:nvSpPr>
          <p:spPr>
            <a:xfrm flipH="1">
              <a:off x="6363488" y="436726"/>
              <a:ext cx="136309" cy="136309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55"/>
          <p:cNvPicPr preferRelativeResize="0"/>
          <p:nvPr/>
        </p:nvPicPr>
        <p:blipFill rotWithShape="1">
          <a:blip r:embed="rId3">
            <a:alphaModFix/>
          </a:blip>
          <a:srcRect b="47712"/>
          <a:stretch/>
        </p:blipFill>
        <p:spPr>
          <a:xfrm>
            <a:off x="3489225" y="4122300"/>
            <a:ext cx="3222850" cy="10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55"/>
          <p:cNvPicPr preferRelativeResize="0"/>
          <p:nvPr/>
        </p:nvPicPr>
        <p:blipFill rotWithShape="1">
          <a:blip r:embed="rId3">
            <a:alphaModFix/>
          </a:blip>
          <a:srcRect t="47712"/>
          <a:stretch/>
        </p:blipFill>
        <p:spPr>
          <a:xfrm>
            <a:off x="5977075" y="0"/>
            <a:ext cx="3222850" cy="10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8" r:id="rId4"/>
    <p:sldLayoutId id="2147483659" r:id="rId5"/>
    <p:sldLayoutId id="2147483661" r:id="rId6"/>
    <p:sldLayoutId id="2147483665" r:id="rId7"/>
    <p:sldLayoutId id="2147483667" r:id="rId8"/>
    <p:sldLayoutId id="2147483668" r:id="rId9"/>
    <p:sldLayoutId id="2147483669" r:id="rId10"/>
    <p:sldLayoutId id="2147483670" r:id="rId11"/>
    <p:sldLayoutId id="2147483672" r:id="rId12"/>
    <p:sldLayoutId id="2147483675" r:id="rId13"/>
    <p:sldLayoutId id="2147483676" r:id="rId14"/>
    <p:sldLayoutId id="2147483677" r:id="rId15"/>
    <p:sldLayoutId id="2147483678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4" r:id="rId27"/>
    <p:sldLayoutId id="2147483695" r:id="rId28"/>
    <p:sldLayoutId id="2147483698" r:id="rId29"/>
    <p:sldLayoutId id="2147483699" r:id="rId30"/>
    <p:sldLayoutId id="2147483700" r:id="rId31"/>
    <p:sldLayoutId id="2147483701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www.peoplematters.in/article/employee-relations/art-effective-change-management-13517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scherlund.blogspot.com/2017/01/how-can-we-reverse-digital-skills-gap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indeed.com/career-advice/resumes-cover-letters/how-to-make-a-resume-with-examples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9.gif"/><Relationship Id="rId4" Type="http://schemas.openxmlformats.org/officeDocument/2006/relationships/image" Target="../media/image28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9"/>
          <p:cNvSpPr/>
          <p:nvPr/>
        </p:nvSpPr>
        <p:spPr>
          <a:xfrm rot="10800000" flipH="1">
            <a:off x="4157408" y="22922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59"/>
          <p:cNvSpPr/>
          <p:nvPr/>
        </p:nvSpPr>
        <p:spPr>
          <a:xfrm>
            <a:off x="301550" y="22922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59"/>
          <p:cNvSpPr txBox="1">
            <a:spLocks noGrp="1"/>
          </p:cNvSpPr>
          <p:nvPr>
            <p:ph type="ctrTitle"/>
          </p:nvPr>
        </p:nvSpPr>
        <p:spPr>
          <a:xfrm>
            <a:off x="4538670" y="1209392"/>
            <a:ext cx="3922575" cy="1028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000" dirty="0"/>
              <a:t>VITAELY-Full Stack Al SaaS App</a:t>
            </a:r>
            <a:endParaRPr sz="3000" b="0" dirty="0"/>
          </a:p>
        </p:txBody>
      </p:sp>
      <p:pic>
        <p:nvPicPr>
          <p:cNvPr id="590" name="Google Shape;59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75" y="425075"/>
            <a:ext cx="4255050" cy="429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6533" y="-275851"/>
            <a:ext cx="2441750" cy="14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067" y="3469125"/>
            <a:ext cx="2441750" cy="1479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3" name="Google Shape;593;p59"/>
          <p:cNvGrpSpPr/>
          <p:nvPr/>
        </p:nvGrpSpPr>
        <p:grpSpPr>
          <a:xfrm>
            <a:off x="700" y="4576405"/>
            <a:ext cx="3765075" cy="484600"/>
            <a:chOff x="198225" y="4390550"/>
            <a:chExt cx="3765075" cy="484600"/>
          </a:xfrm>
        </p:grpSpPr>
        <p:sp>
          <p:nvSpPr>
            <p:cNvPr id="594" name="Google Shape;594;p59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59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" name="Google Shape;596;p59"/>
          <p:cNvGrpSpPr/>
          <p:nvPr/>
        </p:nvGrpSpPr>
        <p:grpSpPr>
          <a:xfrm>
            <a:off x="5716150" y="279150"/>
            <a:ext cx="3427850" cy="639375"/>
            <a:chOff x="1298650" y="3255600"/>
            <a:chExt cx="3427850" cy="639375"/>
          </a:xfrm>
        </p:grpSpPr>
        <p:sp>
          <p:nvSpPr>
            <p:cNvPr id="597" name="Google Shape;597;p59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59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59"/>
          <p:cNvGrpSpPr/>
          <p:nvPr/>
        </p:nvGrpSpPr>
        <p:grpSpPr>
          <a:xfrm rot="5400000">
            <a:off x="314598" y="741345"/>
            <a:ext cx="871512" cy="467554"/>
            <a:chOff x="773350" y="518000"/>
            <a:chExt cx="2757950" cy="1479600"/>
          </a:xfrm>
        </p:grpSpPr>
        <p:sp>
          <p:nvSpPr>
            <p:cNvPr id="600" name="Google Shape;600;p59"/>
            <p:cNvSpPr/>
            <p:nvPr/>
          </p:nvSpPr>
          <p:spPr>
            <a:xfrm>
              <a:off x="258270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59"/>
            <p:cNvSpPr/>
            <p:nvPr/>
          </p:nvSpPr>
          <p:spPr>
            <a:xfrm>
              <a:off x="1678025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59"/>
            <p:cNvSpPr/>
            <p:nvPr/>
          </p:nvSpPr>
          <p:spPr>
            <a:xfrm>
              <a:off x="77335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862;p50">
            <a:extLst>
              <a:ext uri="{FF2B5EF4-FFF2-40B4-BE49-F238E27FC236}">
                <a16:creationId xmlns:a16="http://schemas.microsoft.com/office/drawing/2014/main" id="{BCD81A64-B099-A8C6-62AD-7FD7CDC256DA}"/>
              </a:ext>
            </a:extLst>
          </p:cNvPr>
          <p:cNvSpPr txBox="1"/>
          <p:nvPr/>
        </p:nvSpPr>
        <p:spPr>
          <a:xfrm>
            <a:off x="3613350" y="2149477"/>
            <a:ext cx="4758300" cy="1613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" sz="1600" b="1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Submitted by -   </a:t>
            </a:r>
            <a:r>
              <a:rPr lang="en" sz="1600" b="0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Niladri Banik</a:t>
            </a:r>
            <a:br>
              <a:rPr lang="en" sz="1600" b="0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 b="0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                            </a:t>
            </a:r>
            <a:r>
              <a:rPr lang="en-US" sz="1600" dirty="0">
                <a:solidFill>
                  <a:schemeClr val="accent3"/>
                </a:solidFill>
              </a:rPr>
              <a:t>Anushka Roy </a:t>
            </a:r>
            <a:r>
              <a:rPr lang="en" sz="1600" b="0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                               </a:t>
            </a:r>
            <a:endParaRPr lang="en-US" sz="1600" b="0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              Supervised by -  </a:t>
            </a:r>
            <a:r>
              <a:rPr lang="en-US" sz="1600" b="0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Prof. Sarasij Majumdar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C0C0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" name="Google Shape;860;p50">
            <a:extLst>
              <a:ext uri="{FF2B5EF4-FFF2-40B4-BE49-F238E27FC236}">
                <a16:creationId xmlns:a16="http://schemas.microsoft.com/office/drawing/2014/main" id="{8909FEF3-675A-DED4-FE84-A4519881ECAF}"/>
              </a:ext>
            </a:extLst>
          </p:cNvPr>
          <p:cNvSpPr txBox="1"/>
          <p:nvPr/>
        </p:nvSpPr>
        <p:spPr>
          <a:xfrm>
            <a:off x="3242858" y="3611245"/>
            <a:ext cx="6285600" cy="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b="1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TECHNO INTERNATIONAL NEW TOWN</a:t>
            </a:r>
            <a:endParaRPr lang="en-US" b="1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Department of Master of Computer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445DA8D-DB88-B3E1-1A9C-5BF565A64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852" y="1227867"/>
            <a:ext cx="1958138" cy="2091956"/>
          </a:xfrm>
          <a:prstGeom prst="rect">
            <a:avLst/>
          </a:prstGeom>
        </p:spPr>
      </p:pic>
      <p:sp>
        <p:nvSpPr>
          <p:cNvPr id="837" name="Google Shape;837;p7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our team </a:t>
            </a:r>
            <a:endParaRPr/>
          </a:p>
        </p:txBody>
      </p:sp>
      <p:sp>
        <p:nvSpPr>
          <p:cNvPr id="838" name="Google Shape;838;p71"/>
          <p:cNvSpPr txBox="1">
            <a:spLocks noGrp="1"/>
          </p:cNvSpPr>
          <p:nvPr>
            <p:ph type="title" idx="2"/>
          </p:nvPr>
        </p:nvSpPr>
        <p:spPr>
          <a:xfrm>
            <a:off x="1576675" y="3368557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Niladri Banik</a:t>
            </a:r>
            <a:endParaRPr dirty="0"/>
          </a:p>
        </p:txBody>
      </p:sp>
      <p:sp>
        <p:nvSpPr>
          <p:cNvPr id="839" name="Google Shape;839;p71"/>
          <p:cNvSpPr txBox="1">
            <a:spLocks noGrp="1"/>
          </p:cNvSpPr>
          <p:nvPr>
            <p:ph type="subTitle" idx="1"/>
          </p:nvPr>
        </p:nvSpPr>
        <p:spPr>
          <a:xfrm>
            <a:off x="1576675" y="3872447"/>
            <a:ext cx="2241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18771024011</a:t>
            </a:r>
            <a:endParaRPr dirty="0"/>
          </a:p>
        </p:txBody>
      </p:sp>
      <p:sp>
        <p:nvSpPr>
          <p:cNvPr id="842" name="Google Shape;842;p71"/>
          <p:cNvSpPr txBox="1">
            <a:spLocks noGrp="1"/>
          </p:cNvSpPr>
          <p:nvPr>
            <p:ph type="title" idx="5"/>
          </p:nvPr>
        </p:nvSpPr>
        <p:spPr>
          <a:xfrm>
            <a:off x="5620608" y="333639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Anushka Roy </a:t>
            </a:r>
            <a:endParaRPr dirty="0"/>
          </a:p>
        </p:txBody>
      </p:sp>
      <p:sp>
        <p:nvSpPr>
          <p:cNvPr id="843" name="Google Shape;843;p71"/>
          <p:cNvSpPr txBox="1">
            <a:spLocks noGrp="1"/>
          </p:cNvSpPr>
          <p:nvPr>
            <p:ph type="subTitle" idx="6"/>
          </p:nvPr>
        </p:nvSpPr>
        <p:spPr>
          <a:xfrm>
            <a:off x="5620608" y="3864090"/>
            <a:ext cx="2241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18771024005</a:t>
            </a:r>
            <a:endParaRPr dirty="0"/>
          </a:p>
        </p:txBody>
      </p:sp>
      <p:grpSp>
        <p:nvGrpSpPr>
          <p:cNvPr id="844" name="Google Shape;844;p71"/>
          <p:cNvGrpSpPr/>
          <p:nvPr/>
        </p:nvGrpSpPr>
        <p:grpSpPr>
          <a:xfrm flipH="1">
            <a:off x="0" y="861777"/>
            <a:ext cx="2013291" cy="360385"/>
            <a:chOff x="1358103" y="3291921"/>
            <a:chExt cx="3368397" cy="603054"/>
          </a:xfrm>
        </p:grpSpPr>
        <p:sp>
          <p:nvSpPr>
            <p:cNvPr id="845" name="Google Shape;845;p71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71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71"/>
          <p:cNvGrpSpPr/>
          <p:nvPr/>
        </p:nvGrpSpPr>
        <p:grpSpPr>
          <a:xfrm rot="5400000">
            <a:off x="7666027" y="1835454"/>
            <a:ext cx="1163678" cy="63948"/>
            <a:chOff x="3779200" y="1371600"/>
            <a:chExt cx="1992600" cy="109500"/>
          </a:xfrm>
        </p:grpSpPr>
        <p:sp>
          <p:nvSpPr>
            <p:cNvPr id="848" name="Google Shape;848;p71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71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71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71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71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71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4" name="Google Shape;854;p71"/>
          <p:cNvGrpSpPr/>
          <p:nvPr/>
        </p:nvGrpSpPr>
        <p:grpSpPr>
          <a:xfrm rot="5400000">
            <a:off x="7435452" y="1616079"/>
            <a:ext cx="1163678" cy="63948"/>
            <a:chOff x="3779200" y="1371600"/>
            <a:chExt cx="1992600" cy="109500"/>
          </a:xfrm>
        </p:grpSpPr>
        <p:sp>
          <p:nvSpPr>
            <p:cNvPr id="855" name="Google Shape;855;p71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71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71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71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71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71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F6E3678-3B7E-D490-879B-F1F2AC3D1A2A}"/>
              </a:ext>
            </a:extLst>
          </p:cNvPr>
          <p:cNvGrpSpPr/>
          <p:nvPr/>
        </p:nvGrpSpPr>
        <p:grpSpPr>
          <a:xfrm>
            <a:off x="5775189" y="1112881"/>
            <a:ext cx="1938521" cy="2232879"/>
            <a:chOff x="5717927" y="1078478"/>
            <a:chExt cx="1938521" cy="223287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3811C9-A77C-D383-E0BC-F16796EC1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9026" y="1144089"/>
              <a:ext cx="1750540" cy="2106515"/>
            </a:xfrm>
            <a:prstGeom prst="rect">
              <a:avLst/>
            </a:prstGeom>
          </p:spPr>
        </p:pic>
        <p:sp>
          <p:nvSpPr>
            <p:cNvPr id="5" name="Google Shape;3707;p113">
              <a:extLst>
                <a:ext uri="{FF2B5EF4-FFF2-40B4-BE49-F238E27FC236}">
                  <a16:creationId xmlns:a16="http://schemas.microsoft.com/office/drawing/2014/main" id="{47DF46E7-10BB-602C-BB33-205D5F4F1364}"/>
                </a:ext>
              </a:extLst>
            </p:cNvPr>
            <p:cNvSpPr/>
            <p:nvPr/>
          </p:nvSpPr>
          <p:spPr>
            <a:xfrm>
              <a:off x="5717927" y="1078478"/>
              <a:ext cx="1938521" cy="2232879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3707;p113">
            <a:extLst>
              <a:ext uri="{FF2B5EF4-FFF2-40B4-BE49-F238E27FC236}">
                <a16:creationId xmlns:a16="http://schemas.microsoft.com/office/drawing/2014/main" id="{F6AF974D-B816-680B-421C-93487C362D15}"/>
              </a:ext>
            </a:extLst>
          </p:cNvPr>
          <p:cNvSpPr/>
          <p:nvPr/>
        </p:nvSpPr>
        <p:spPr>
          <a:xfrm>
            <a:off x="1555532" y="1133004"/>
            <a:ext cx="2163879" cy="2270369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1"/>
          <p:cNvSpPr txBox="1">
            <a:spLocks noGrp="1"/>
          </p:cNvSpPr>
          <p:nvPr>
            <p:ph type="title" idx="15"/>
          </p:nvPr>
        </p:nvSpPr>
        <p:spPr>
          <a:xfrm>
            <a:off x="2353905" y="332237"/>
            <a:ext cx="40864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grpSp>
        <p:nvGrpSpPr>
          <p:cNvPr id="631" name="Google Shape;631;p61"/>
          <p:cNvGrpSpPr/>
          <p:nvPr/>
        </p:nvGrpSpPr>
        <p:grpSpPr>
          <a:xfrm rot="5400000" flipH="1">
            <a:off x="8190933" y="3870126"/>
            <a:ext cx="2029024" cy="1088542"/>
            <a:chOff x="773350" y="518000"/>
            <a:chExt cx="2757950" cy="1479600"/>
          </a:xfrm>
        </p:grpSpPr>
        <p:sp>
          <p:nvSpPr>
            <p:cNvPr id="632" name="Google Shape;632;p61"/>
            <p:cNvSpPr/>
            <p:nvPr/>
          </p:nvSpPr>
          <p:spPr>
            <a:xfrm>
              <a:off x="258270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61"/>
            <p:cNvSpPr/>
            <p:nvPr/>
          </p:nvSpPr>
          <p:spPr>
            <a:xfrm>
              <a:off x="1678025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61"/>
            <p:cNvSpPr/>
            <p:nvPr/>
          </p:nvSpPr>
          <p:spPr>
            <a:xfrm>
              <a:off x="77335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35" name="Google Shape;63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9458" y="0"/>
            <a:ext cx="2441750" cy="1479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1" name="Group 670">
            <a:extLst>
              <a:ext uri="{FF2B5EF4-FFF2-40B4-BE49-F238E27FC236}">
                <a16:creationId xmlns:a16="http://schemas.microsoft.com/office/drawing/2014/main" id="{082D50D4-78EC-7C48-FE8F-FCDB47D36E4A}"/>
              </a:ext>
            </a:extLst>
          </p:cNvPr>
          <p:cNvGrpSpPr/>
          <p:nvPr/>
        </p:nvGrpSpPr>
        <p:grpSpPr>
          <a:xfrm>
            <a:off x="630460" y="1743615"/>
            <a:ext cx="4263349" cy="3178506"/>
            <a:chOff x="191" y="1146383"/>
            <a:chExt cx="5811572" cy="4756492"/>
          </a:xfrm>
        </p:grpSpPr>
        <p:sp>
          <p:nvSpPr>
            <p:cNvPr id="613" name="Google Shape;613;p61"/>
            <p:cNvSpPr/>
            <p:nvPr/>
          </p:nvSpPr>
          <p:spPr>
            <a:xfrm>
              <a:off x="257800" y="1217775"/>
              <a:ext cx="4685100" cy="4685100"/>
            </a:xfrm>
            <a:prstGeom prst="ellipse">
              <a:avLst/>
            </a:prstGeom>
            <a:gradFill>
              <a:gsLst>
                <a:gs pos="0">
                  <a:srgbClr val="FFFFFF">
                    <a:alpha val="1529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6" name="Google Shape;636;p61"/>
            <p:cNvGrpSpPr/>
            <p:nvPr/>
          </p:nvGrpSpPr>
          <p:grpSpPr>
            <a:xfrm flipH="1">
              <a:off x="191" y="4320418"/>
              <a:ext cx="2598996" cy="484774"/>
              <a:chOff x="1298650" y="3255600"/>
              <a:chExt cx="3427850" cy="639375"/>
            </a:xfrm>
          </p:grpSpPr>
          <p:sp>
            <p:nvSpPr>
              <p:cNvPr id="637" name="Google Shape;637;p61"/>
              <p:cNvSpPr/>
              <p:nvPr/>
            </p:nvSpPr>
            <p:spPr>
              <a:xfrm>
                <a:off x="1483200" y="3347875"/>
                <a:ext cx="3243300" cy="547100"/>
              </a:xfrm>
              <a:custGeom>
                <a:avLst/>
                <a:gdLst/>
                <a:ahLst/>
                <a:cxnLst/>
                <a:rect l="l" t="t" r="r" b="b"/>
                <a:pathLst>
                  <a:path w="129732" h="21884" fill="none" extrusionOk="0">
                    <a:moveTo>
                      <a:pt x="129731" y="11311"/>
                    </a:moveTo>
                    <a:lnTo>
                      <a:pt x="100335" y="11311"/>
                    </a:lnTo>
                    <a:lnTo>
                      <a:pt x="89738" y="21884"/>
                    </a:lnTo>
                    <a:lnTo>
                      <a:pt x="34529" y="21884"/>
                    </a:lnTo>
                    <a:lnTo>
                      <a:pt x="12633" y="0"/>
                    </a:ln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61"/>
              <p:cNvSpPr/>
              <p:nvPr/>
            </p:nvSpPr>
            <p:spPr>
              <a:xfrm>
                <a:off x="1298650" y="3255600"/>
                <a:ext cx="184575" cy="184850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94" fill="none" extrusionOk="0">
                    <a:moveTo>
                      <a:pt x="1" y="3691"/>
                    </a:moveTo>
                    <a:cubicBezTo>
                      <a:pt x="1" y="1643"/>
                      <a:pt x="1644" y="0"/>
                      <a:pt x="3692" y="0"/>
                    </a:cubicBezTo>
                    <a:cubicBezTo>
                      <a:pt x="5728" y="0"/>
                      <a:pt x="7383" y="1643"/>
                      <a:pt x="7383" y="3691"/>
                    </a:cubicBezTo>
                    <a:cubicBezTo>
                      <a:pt x="7383" y="5727"/>
                      <a:pt x="5728" y="7382"/>
                      <a:pt x="3692" y="7382"/>
                    </a:cubicBezTo>
                    <a:cubicBezTo>
                      <a:pt x="1644" y="7394"/>
                      <a:pt x="1" y="5727"/>
                      <a:pt x="1" y="369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2" name="Google Shape;642;p61"/>
            <p:cNvGrpSpPr/>
            <p:nvPr/>
          </p:nvGrpSpPr>
          <p:grpSpPr>
            <a:xfrm>
              <a:off x="3990152" y="1386354"/>
              <a:ext cx="1163678" cy="63948"/>
              <a:chOff x="3779200" y="1371600"/>
              <a:chExt cx="1992600" cy="109500"/>
            </a:xfrm>
          </p:grpSpPr>
          <p:sp>
            <p:nvSpPr>
              <p:cNvPr id="643" name="Google Shape;643;p61"/>
              <p:cNvSpPr/>
              <p:nvPr/>
            </p:nvSpPr>
            <p:spPr>
              <a:xfrm>
                <a:off x="377920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61"/>
              <p:cNvSpPr/>
              <p:nvPr/>
            </p:nvSpPr>
            <p:spPr>
              <a:xfrm>
                <a:off x="415582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61"/>
              <p:cNvSpPr/>
              <p:nvPr/>
            </p:nvSpPr>
            <p:spPr>
              <a:xfrm>
                <a:off x="453244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61"/>
              <p:cNvSpPr/>
              <p:nvPr/>
            </p:nvSpPr>
            <p:spPr>
              <a:xfrm>
                <a:off x="490906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61"/>
              <p:cNvSpPr/>
              <p:nvPr/>
            </p:nvSpPr>
            <p:spPr>
              <a:xfrm>
                <a:off x="528568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61"/>
              <p:cNvSpPr/>
              <p:nvPr/>
            </p:nvSpPr>
            <p:spPr>
              <a:xfrm>
                <a:off x="566230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58658FB-3CEB-90AF-0981-9EA7CA508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1146383"/>
              <a:ext cx="1181100" cy="228261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BD44A58A-D6E9-EE3C-6630-8AA3484D7701}"/>
                </a:ext>
              </a:extLst>
            </p:cNvPr>
            <p:cNvCxnSpPr>
              <a:cxnSpLocks/>
            </p:cNvCxnSpPr>
            <p:nvPr/>
          </p:nvCxnSpPr>
          <p:spPr>
            <a:xfrm rot="1500000" flipV="1">
              <a:off x="3794655" y="1500739"/>
              <a:ext cx="1181100" cy="228261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9EA85A2-4B02-B3A1-7C3A-E715EA719196}"/>
                </a:ext>
              </a:extLst>
            </p:cNvPr>
            <p:cNvCxnSpPr>
              <a:cxnSpLocks/>
            </p:cNvCxnSpPr>
            <p:nvPr/>
          </p:nvCxnSpPr>
          <p:spPr>
            <a:xfrm rot="3000000" flipV="1">
              <a:off x="4079905" y="1986459"/>
              <a:ext cx="1181100" cy="228261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2813432-F109-9386-2737-6483A0FB2B38}"/>
                </a:ext>
              </a:extLst>
            </p:cNvPr>
            <p:cNvCxnSpPr>
              <a:cxnSpLocks/>
            </p:cNvCxnSpPr>
            <p:nvPr/>
          </p:nvCxnSpPr>
          <p:spPr>
            <a:xfrm rot="4500000" flipV="1">
              <a:off x="4008967" y="2563107"/>
              <a:ext cx="1181100" cy="228261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589447A-826B-E098-9F30-2500981CEB23}"/>
                </a:ext>
              </a:extLst>
            </p:cNvPr>
            <p:cNvCxnSpPr>
              <a:cxnSpLocks/>
            </p:cNvCxnSpPr>
            <p:nvPr/>
          </p:nvCxnSpPr>
          <p:spPr>
            <a:xfrm rot="6000000" flipV="1">
              <a:off x="3762059" y="3064503"/>
              <a:ext cx="1181100" cy="228261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389609F-4EB0-74F4-E48E-DD73CF96EBB5}"/>
                </a:ext>
              </a:extLst>
            </p:cNvPr>
            <p:cNvCxnSpPr>
              <a:cxnSpLocks/>
            </p:cNvCxnSpPr>
            <p:nvPr/>
          </p:nvCxnSpPr>
          <p:spPr>
            <a:xfrm rot="7500000" flipV="1">
              <a:off x="3361802" y="3438835"/>
              <a:ext cx="1181100" cy="228261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2FFD800-C15A-D0CE-4CD0-9AF0EEB6875E}"/>
                </a:ext>
              </a:extLst>
            </p:cNvPr>
            <p:cNvSpPr/>
            <p:nvPr/>
          </p:nvSpPr>
          <p:spPr>
            <a:xfrm>
              <a:off x="1734355" y="1810555"/>
              <a:ext cx="3236890" cy="3236890"/>
            </a:xfrm>
            <a:prstGeom prst="ellipse">
              <a:avLst/>
            </a:prstGeom>
            <a:solidFill>
              <a:srgbClr val="0C0D12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Partial Circle 36">
              <a:extLst>
                <a:ext uri="{FF2B5EF4-FFF2-40B4-BE49-F238E27FC236}">
                  <a16:creationId xmlns:a16="http://schemas.microsoft.com/office/drawing/2014/main" id="{75D401F1-9EDF-D526-3B42-8F6196619CCE}"/>
                </a:ext>
              </a:extLst>
            </p:cNvPr>
            <p:cNvSpPr/>
            <p:nvPr/>
          </p:nvSpPr>
          <p:spPr>
            <a:xfrm rot="19555283">
              <a:off x="1744552" y="1813910"/>
              <a:ext cx="3230172" cy="3230172"/>
            </a:xfrm>
            <a:prstGeom prst="pie">
              <a:avLst>
                <a:gd name="adj1" fmla="val 533039"/>
                <a:gd name="adj2" fmla="val 2039325"/>
              </a:avLst>
            </a:prstGeom>
            <a:solidFill>
              <a:srgbClr val="BD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Partial Circle 37">
              <a:extLst>
                <a:ext uri="{FF2B5EF4-FFF2-40B4-BE49-F238E27FC236}">
                  <a16:creationId xmlns:a16="http://schemas.microsoft.com/office/drawing/2014/main" id="{35CABB3E-95B8-BF18-A69A-2AB3B3202A69}"/>
                </a:ext>
              </a:extLst>
            </p:cNvPr>
            <p:cNvSpPr/>
            <p:nvPr/>
          </p:nvSpPr>
          <p:spPr>
            <a:xfrm rot="18043804">
              <a:off x="1744552" y="1813908"/>
              <a:ext cx="3230172" cy="3230172"/>
            </a:xfrm>
            <a:prstGeom prst="pie">
              <a:avLst>
                <a:gd name="adj1" fmla="val 533039"/>
                <a:gd name="adj2" fmla="val 2039325"/>
              </a:avLst>
            </a:prstGeom>
            <a:solidFill>
              <a:srgbClr val="E7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2" name="Partial Circle 38">
              <a:extLst>
                <a:ext uri="{FF2B5EF4-FFF2-40B4-BE49-F238E27FC236}">
                  <a16:creationId xmlns:a16="http://schemas.microsoft.com/office/drawing/2014/main" id="{3A3A1FE0-07D1-4F0E-E3A1-B0C5DF89B4B6}"/>
                </a:ext>
              </a:extLst>
            </p:cNvPr>
            <p:cNvSpPr/>
            <p:nvPr/>
          </p:nvSpPr>
          <p:spPr>
            <a:xfrm rot="16545779">
              <a:off x="1742582" y="1804662"/>
              <a:ext cx="3230172" cy="3230172"/>
            </a:xfrm>
            <a:prstGeom prst="pie">
              <a:avLst>
                <a:gd name="adj1" fmla="val 533039"/>
                <a:gd name="adj2" fmla="val 2039325"/>
              </a:avLst>
            </a:prstGeom>
            <a:solidFill>
              <a:srgbClr val="FED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3" name="Partial Circle 39">
              <a:extLst>
                <a:ext uri="{FF2B5EF4-FFF2-40B4-BE49-F238E27FC236}">
                  <a16:creationId xmlns:a16="http://schemas.microsoft.com/office/drawing/2014/main" id="{240B9C66-ABF7-6233-1025-7AF6C93D9274}"/>
                </a:ext>
              </a:extLst>
            </p:cNvPr>
            <p:cNvSpPr/>
            <p:nvPr/>
          </p:nvSpPr>
          <p:spPr>
            <a:xfrm rot="21045553">
              <a:off x="1744553" y="1813914"/>
              <a:ext cx="3230172" cy="3230172"/>
            </a:xfrm>
            <a:prstGeom prst="pie">
              <a:avLst>
                <a:gd name="adj1" fmla="val 533039"/>
                <a:gd name="adj2" fmla="val 2039325"/>
              </a:avLst>
            </a:prstGeom>
            <a:solidFill>
              <a:srgbClr val="593F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6" name="Partial Circle 40">
              <a:extLst>
                <a:ext uri="{FF2B5EF4-FFF2-40B4-BE49-F238E27FC236}">
                  <a16:creationId xmlns:a16="http://schemas.microsoft.com/office/drawing/2014/main" id="{EDF31520-2225-E007-93B6-80D0BD584C5E}"/>
                </a:ext>
              </a:extLst>
            </p:cNvPr>
            <p:cNvSpPr/>
            <p:nvPr/>
          </p:nvSpPr>
          <p:spPr>
            <a:xfrm rot="984140">
              <a:off x="1744555" y="1804662"/>
              <a:ext cx="3230172" cy="3230172"/>
            </a:xfrm>
            <a:prstGeom prst="pie">
              <a:avLst>
                <a:gd name="adj1" fmla="val 533039"/>
                <a:gd name="adj2" fmla="val 2039325"/>
              </a:avLst>
            </a:prstGeom>
            <a:solidFill>
              <a:srgbClr val="00A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7" name="Partial Circle 41">
              <a:extLst>
                <a:ext uri="{FF2B5EF4-FFF2-40B4-BE49-F238E27FC236}">
                  <a16:creationId xmlns:a16="http://schemas.microsoft.com/office/drawing/2014/main" id="{2BC8F85B-0D50-6DA9-E1D0-9A44B15D103D}"/>
                </a:ext>
              </a:extLst>
            </p:cNvPr>
            <p:cNvSpPr/>
            <p:nvPr/>
          </p:nvSpPr>
          <p:spPr>
            <a:xfrm rot="2487498">
              <a:off x="1750411" y="1811012"/>
              <a:ext cx="3230172" cy="3230172"/>
            </a:xfrm>
            <a:prstGeom prst="pie">
              <a:avLst>
                <a:gd name="adj1" fmla="val 533039"/>
                <a:gd name="adj2" fmla="val 2039325"/>
              </a:avLst>
            </a:prstGeom>
            <a:solidFill>
              <a:srgbClr val="74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3EE70259-89CB-8F41-26C5-EFB14B71AB70}"/>
                </a:ext>
              </a:extLst>
            </p:cNvPr>
            <p:cNvSpPr/>
            <p:nvPr/>
          </p:nvSpPr>
          <p:spPr>
            <a:xfrm>
              <a:off x="2349500" y="2425700"/>
              <a:ext cx="2006600" cy="200660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190500" dist="1270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387CE255-F88A-29A3-BB0D-03A5F2178BBF}"/>
                </a:ext>
              </a:extLst>
            </p:cNvPr>
            <p:cNvSpPr/>
            <p:nvPr/>
          </p:nvSpPr>
          <p:spPr>
            <a:xfrm>
              <a:off x="2578100" y="2654300"/>
              <a:ext cx="1549400" cy="1549400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TextBox 579">
              <a:extLst>
                <a:ext uri="{FF2B5EF4-FFF2-40B4-BE49-F238E27FC236}">
                  <a16:creationId xmlns:a16="http://schemas.microsoft.com/office/drawing/2014/main" id="{8E8D230A-0331-6523-0414-FFB124237DF6}"/>
                </a:ext>
              </a:extLst>
            </p:cNvPr>
            <p:cNvSpPr txBox="1"/>
            <p:nvPr/>
          </p:nvSpPr>
          <p:spPr>
            <a:xfrm>
              <a:off x="2462304" y="3233650"/>
              <a:ext cx="184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Bebas Neue Bold" panose="020B0606020202050201" pitchFamily="34" charset="0"/>
                </a:rPr>
                <a:t>INDEX</a:t>
              </a:r>
            </a:p>
          </p:txBody>
        </p:sp>
      </p:grpSp>
      <p:sp>
        <p:nvSpPr>
          <p:cNvPr id="601" name="Rectangle: Rounded Corners 54">
            <a:extLst>
              <a:ext uri="{FF2B5EF4-FFF2-40B4-BE49-F238E27FC236}">
                <a16:creationId xmlns:a16="http://schemas.microsoft.com/office/drawing/2014/main" id="{42D09DE1-5E6F-6901-E679-9E7F66AD14AE}"/>
              </a:ext>
            </a:extLst>
          </p:cNvPr>
          <p:cNvSpPr/>
          <p:nvPr/>
        </p:nvSpPr>
        <p:spPr>
          <a:xfrm>
            <a:off x="4847380" y="3447179"/>
            <a:ext cx="3157971" cy="66197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B5BA6"/>
              </a:gs>
              <a:gs pos="97000">
                <a:srgbClr val="593F92"/>
              </a:gs>
            </a:gsLst>
            <a:lin ang="0" scaled="1"/>
            <a:tileRect/>
          </a:gra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2" name="Oval 601">
            <a:extLst>
              <a:ext uri="{FF2B5EF4-FFF2-40B4-BE49-F238E27FC236}">
                <a16:creationId xmlns:a16="http://schemas.microsoft.com/office/drawing/2014/main" id="{AB2AEC12-67D0-0032-5A06-47B33330EC69}"/>
              </a:ext>
            </a:extLst>
          </p:cNvPr>
          <p:cNvSpPr/>
          <p:nvPr/>
        </p:nvSpPr>
        <p:spPr>
          <a:xfrm>
            <a:off x="4953997" y="3477426"/>
            <a:ext cx="600925" cy="5774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" dist="762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3" name="TextBox 602">
            <a:extLst>
              <a:ext uri="{FF2B5EF4-FFF2-40B4-BE49-F238E27FC236}">
                <a16:creationId xmlns:a16="http://schemas.microsoft.com/office/drawing/2014/main" id="{7405957D-BD44-311F-FC35-44F855843F80}"/>
              </a:ext>
            </a:extLst>
          </p:cNvPr>
          <p:cNvSpPr txBox="1"/>
          <p:nvPr/>
        </p:nvSpPr>
        <p:spPr>
          <a:xfrm>
            <a:off x="5124250" y="3516914"/>
            <a:ext cx="25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101600" dist="63500" dir="2700000" algn="tl" rotWithShape="0">
                    <a:prstClr val="black">
                      <a:alpha val="41000"/>
                    </a:prstClr>
                  </a:outerShdw>
                </a:effectLst>
                <a:latin typeface="Eurostile BQ" pitchFamily="50" charset="0"/>
              </a:rPr>
              <a:t>5</a:t>
            </a:r>
          </a:p>
        </p:txBody>
      </p:sp>
      <p:pic>
        <p:nvPicPr>
          <p:cNvPr id="604" name="Graphic 90" descr="Stopwatch">
            <a:extLst>
              <a:ext uri="{FF2B5EF4-FFF2-40B4-BE49-F238E27FC236}">
                <a16:creationId xmlns:a16="http://schemas.microsoft.com/office/drawing/2014/main" id="{8EF5CA11-41B1-2B49-CA24-302DA4F13E5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32851" y="4162491"/>
            <a:ext cx="433363" cy="433363"/>
          </a:xfrm>
          <a:prstGeom prst="rect">
            <a:avLst/>
          </a:prstGeom>
          <a:effectLst/>
        </p:spPr>
      </p:pic>
      <p:sp>
        <p:nvSpPr>
          <p:cNvPr id="605" name="TextBox 604">
            <a:extLst>
              <a:ext uri="{FF2B5EF4-FFF2-40B4-BE49-F238E27FC236}">
                <a16:creationId xmlns:a16="http://schemas.microsoft.com/office/drawing/2014/main" id="{538C08CB-7197-71A7-AD72-18E2AFEF78CE}"/>
              </a:ext>
            </a:extLst>
          </p:cNvPr>
          <p:cNvSpPr txBox="1"/>
          <p:nvPr/>
        </p:nvSpPr>
        <p:spPr>
          <a:xfrm>
            <a:off x="4481837" y="3571005"/>
            <a:ext cx="3737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ptos ExtraBold" panose="020F0502020204030204" pitchFamily="34" charset="0"/>
              </a:rPr>
              <a:t>Technology</a:t>
            </a:r>
            <a:endParaRPr lang="en-US" sz="2000" b="1" dirty="0">
              <a:latin typeface="Aptos ExtraBold" panose="020F0502020204030204" pitchFamily="34" charset="0"/>
            </a:endParaRPr>
          </a:p>
        </p:txBody>
      </p:sp>
      <p:grpSp>
        <p:nvGrpSpPr>
          <p:cNvPr id="672" name="Group 671">
            <a:extLst>
              <a:ext uri="{FF2B5EF4-FFF2-40B4-BE49-F238E27FC236}">
                <a16:creationId xmlns:a16="http://schemas.microsoft.com/office/drawing/2014/main" id="{04EBC2C1-6096-ECDF-C5A2-4635B676E984}"/>
              </a:ext>
            </a:extLst>
          </p:cNvPr>
          <p:cNvGrpSpPr/>
          <p:nvPr/>
        </p:nvGrpSpPr>
        <p:grpSpPr>
          <a:xfrm>
            <a:off x="1485862" y="1082109"/>
            <a:ext cx="3264086" cy="733248"/>
            <a:chOff x="6323952" y="71061"/>
            <a:chExt cx="4877224" cy="786821"/>
          </a:xfrm>
        </p:grpSpPr>
        <p:sp>
          <p:nvSpPr>
            <p:cNvPr id="650" name="Rectangle: Rounded Corners 51">
              <a:extLst>
                <a:ext uri="{FF2B5EF4-FFF2-40B4-BE49-F238E27FC236}">
                  <a16:creationId xmlns:a16="http://schemas.microsoft.com/office/drawing/2014/main" id="{84A85BE2-6733-9A98-3908-400C5A1E634F}"/>
                </a:ext>
              </a:extLst>
            </p:cNvPr>
            <p:cNvSpPr/>
            <p:nvPr/>
          </p:nvSpPr>
          <p:spPr>
            <a:xfrm>
              <a:off x="6323952" y="71061"/>
              <a:ext cx="3954572" cy="786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ED41C"/>
                </a:gs>
                <a:gs pos="97000">
                  <a:srgbClr val="DE9F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Oval 650">
              <a:extLst>
                <a:ext uri="{FF2B5EF4-FFF2-40B4-BE49-F238E27FC236}">
                  <a16:creationId xmlns:a16="http://schemas.microsoft.com/office/drawing/2014/main" id="{DA16B6E9-546E-995A-F398-77FA4278300F}"/>
                </a:ext>
              </a:extLst>
            </p:cNvPr>
            <p:cNvSpPr/>
            <p:nvPr/>
          </p:nvSpPr>
          <p:spPr>
            <a:xfrm>
              <a:off x="6493408" y="111102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769EDFD8-85F8-4490-8F17-DF29FF3FA874}"/>
                </a:ext>
              </a:extLst>
            </p:cNvPr>
            <p:cNvSpPr txBox="1"/>
            <p:nvPr/>
          </p:nvSpPr>
          <p:spPr>
            <a:xfrm>
              <a:off x="6628412" y="133646"/>
              <a:ext cx="338568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1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955579FD-5310-F28D-76CF-BC27B0E37FCF}"/>
                </a:ext>
              </a:extLst>
            </p:cNvPr>
            <p:cNvSpPr txBox="1"/>
            <p:nvPr/>
          </p:nvSpPr>
          <p:spPr>
            <a:xfrm>
              <a:off x="6912866" y="199728"/>
              <a:ext cx="3048563" cy="429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Aptos ExtraBold" panose="020F0502020204030204" pitchFamily="34" charset="0"/>
                </a:rPr>
                <a:t>Introduction</a:t>
              </a:r>
              <a:endParaRPr lang="en-US" sz="2000" b="1" dirty="0">
                <a:solidFill>
                  <a:srgbClr val="0C0D12"/>
                </a:solidFill>
                <a:latin typeface="Aptos ExtraBold" panose="020F0502020204030204" pitchFamily="34" charset="0"/>
              </a:endParaRPr>
            </a:p>
          </p:txBody>
        </p:sp>
        <p:sp>
          <p:nvSpPr>
            <p:cNvPr id="657" name="Text Placeholder 4">
              <a:extLst>
                <a:ext uri="{FF2B5EF4-FFF2-40B4-BE49-F238E27FC236}">
                  <a16:creationId xmlns:a16="http://schemas.microsoft.com/office/drawing/2014/main" id="{7D4D171F-7A05-404D-6A76-B64F6EBC0C4E}"/>
                </a:ext>
              </a:extLst>
            </p:cNvPr>
            <p:cNvSpPr txBox="1">
              <a:spLocks/>
            </p:cNvSpPr>
            <p:nvPr/>
          </p:nvSpPr>
          <p:spPr>
            <a:xfrm>
              <a:off x="9704316" y="325896"/>
              <a:ext cx="1496860" cy="369331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1800" dirty="0"/>
            </a:p>
          </p:txBody>
        </p:sp>
      </p:grp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E55676A1-FE59-DF36-2808-9F93911487B5}"/>
              </a:ext>
            </a:extLst>
          </p:cNvPr>
          <p:cNvGrpSpPr/>
          <p:nvPr/>
        </p:nvGrpSpPr>
        <p:grpSpPr>
          <a:xfrm>
            <a:off x="4123778" y="1470666"/>
            <a:ext cx="2646601" cy="572700"/>
            <a:chOff x="5957489" y="-866584"/>
            <a:chExt cx="5393254" cy="780295"/>
          </a:xfrm>
        </p:grpSpPr>
        <p:sp>
          <p:nvSpPr>
            <p:cNvPr id="586" name="Rectangle: Rounded Corners 52">
              <a:extLst>
                <a:ext uri="{FF2B5EF4-FFF2-40B4-BE49-F238E27FC236}">
                  <a16:creationId xmlns:a16="http://schemas.microsoft.com/office/drawing/2014/main" id="{3575E85D-CBC1-E5E9-70AB-59E33804FAF0}"/>
                </a:ext>
              </a:extLst>
            </p:cNvPr>
            <p:cNvSpPr/>
            <p:nvPr/>
          </p:nvSpPr>
          <p:spPr>
            <a:xfrm>
              <a:off x="5957489" y="-866584"/>
              <a:ext cx="539325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00"/>
                </a:gs>
                <a:gs pos="97000">
                  <a:srgbClr val="92D05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89F171A1-B238-8435-83DD-938CDD9906CA}"/>
                </a:ext>
              </a:extLst>
            </p:cNvPr>
            <p:cNvSpPr/>
            <p:nvPr/>
          </p:nvSpPr>
          <p:spPr>
            <a:xfrm>
              <a:off x="6097728" y="-832761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5F7D96B9-3AD7-0DE3-30A4-A8557FC63F72}"/>
                </a:ext>
              </a:extLst>
            </p:cNvPr>
            <p:cNvSpPr txBox="1"/>
            <p:nvPr/>
          </p:nvSpPr>
          <p:spPr>
            <a:xfrm>
              <a:off x="6269080" y="-849677"/>
              <a:ext cx="338568" cy="712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2</a:t>
              </a:r>
            </a:p>
          </p:txBody>
        </p:sp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01224057-D797-0FC0-EBC2-734BC931C905}"/>
                </a:ext>
              </a:extLst>
            </p:cNvPr>
            <p:cNvSpPr txBox="1"/>
            <p:nvPr/>
          </p:nvSpPr>
          <p:spPr>
            <a:xfrm>
              <a:off x="6919239" y="-755069"/>
              <a:ext cx="2745204" cy="54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latin typeface="Aptos ExtraBold" panose="020F0502020204030204" pitchFamily="34" charset="0"/>
                </a:rPr>
                <a:t>Overview</a:t>
              </a:r>
              <a:endParaRPr lang="en-US" sz="2000" b="1" dirty="0">
                <a:latin typeface="Aptos ExtraBold" panose="020F0502020204030204" pitchFamily="34" charset="0"/>
              </a:endParaRPr>
            </a:p>
          </p:txBody>
        </p:sp>
        <p:sp>
          <p:nvSpPr>
            <p:cNvPr id="659" name="Text Placeholder 4">
              <a:extLst>
                <a:ext uri="{FF2B5EF4-FFF2-40B4-BE49-F238E27FC236}">
                  <a16:creationId xmlns:a16="http://schemas.microsoft.com/office/drawing/2014/main" id="{9C661DC3-4901-4CDA-0771-D53D1DC92968}"/>
                </a:ext>
              </a:extLst>
            </p:cNvPr>
            <p:cNvSpPr txBox="1">
              <a:spLocks/>
            </p:cNvSpPr>
            <p:nvPr/>
          </p:nvSpPr>
          <p:spPr>
            <a:xfrm>
              <a:off x="9287785" y="-697867"/>
              <a:ext cx="1496860" cy="369331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1800" dirty="0"/>
            </a:p>
          </p:txBody>
        </p:sp>
      </p:grpSp>
      <p:grpSp>
        <p:nvGrpSpPr>
          <p:cNvPr id="674" name="Group 673">
            <a:extLst>
              <a:ext uri="{FF2B5EF4-FFF2-40B4-BE49-F238E27FC236}">
                <a16:creationId xmlns:a16="http://schemas.microsoft.com/office/drawing/2014/main" id="{0FA9D6D4-00BD-B7D7-50EA-1DA12294EC7E}"/>
              </a:ext>
            </a:extLst>
          </p:cNvPr>
          <p:cNvGrpSpPr/>
          <p:nvPr/>
        </p:nvGrpSpPr>
        <p:grpSpPr>
          <a:xfrm>
            <a:off x="5010911" y="2067164"/>
            <a:ext cx="2518488" cy="695169"/>
            <a:chOff x="6373396" y="-896953"/>
            <a:chExt cx="5355780" cy="936022"/>
          </a:xfrm>
        </p:grpSpPr>
        <p:sp>
          <p:nvSpPr>
            <p:cNvPr id="606" name="Rectangle: Rounded Corners 52">
              <a:extLst>
                <a:ext uri="{FF2B5EF4-FFF2-40B4-BE49-F238E27FC236}">
                  <a16:creationId xmlns:a16="http://schemas.microsoft.com/office/drawing/2014/main" id="{24ED663C-8342-BF41-97E9-D29E07DD8075}"/>
                </a:ext>
              </a:extLst>
            </p:cNvPr>
            <p:cNvSpPr/>
            <p:nvPr/>
          </p:nvSpPr>
          <p:spPr>
            <a:xfrm>
              <a:off x="6373396" y="-896953"/>
              <a:ext cx="5355780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851A"/>
                </a:gs>
                <a:gs pos="97000">
                  <a:srgbClr val="E700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70AE7296-9FF8-3AD8-C870-C7E3E0454AC9}"/>
                </a:ext>
              </a:extLst>
            </p:cNvPr>
            <p:cNvSpPr/>
            <p:nvPr/>
          </p:nvSpPr>
          <p:spPr>
            <a:xfrm>
              <a:off x="6513634" y="-863130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TextBox 607">
              <a:extLst>
                <a:ext uri="{FF2B5EF4-FFF2-40B4-BE49-F238E27FC236}">
                  <a16:creationId xmlns:a16="http://schemas.microsoft.com/office/drawing/2014/main" id="{5D8735F2-DC8C-F81E-62DC-1472339FC269}"/>
                </a:ext>
              </a:extLst>
            </p:cNvPr>
            <p:cNvSpPr txBox="1"/>
            <p:nvPr/>
          </p:nvSpPr>
          <p:spPr>
            <a:xfrm>
              <a:off x="6692829" y="-872481"/>
              <a:ext cx="338569" cy="704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3</a:t>
              </a:r>
            </a:p>
          </p:txBody>
        </p:sp>
        <p:sp>
          <p:nvSpPr>
            <p:cNvPr id="609" name="TextBox 608">
              <a:extLst>
                <a:ext uri="{FF2B5EF4-FFF2-40B4-BE49-F238E27FC236}">
                  <a16:creationId xmlns:a16="http://schemas.microsoft.com/office/drawing/2014/main" id="{AEE3CAAB-BC29-470E-1A0B-C5AA86FEB38D}"/>
                </a:ext>
              </a:extLst>
            </p:cNvPr>
            <p:cNvSpPr txBox="1"/>
            <p:nvPr/>
          </p:nvSpPr>
          <p:spPr>
            <a:xfrm>
              <a:off x="7351330" y="-789753"/>
              <a:ext cx="3261529" cy="828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latin typeface="Aptos ExtraBold" panose="020F0502020204030204" pitchFamily="34" charset="0"/>
                </a:rPr>
                <a:t>Objectives</a:t>
              </a:r>
              <a:endParaRPr lang="en-US" sz="2000" b="1" dirty="0">
                <a:latin typeface="Aptos ExtraBold" panose="020F0502020204030204" pitchFamily="34" charset="0"/>
              </a:endParaRPr>
            </a:p>
            <a:p>
              <a:pPr algn="ctr"/>
              <a:endParaRPr lang="en-US" dirty="0">
                <a:solidFill>
                  <a:srgbClr val="0C0D12"/>
                </a:solidFill>
              </a:endParaRPr>
            </a:p>
          </p:txBody>
        </p:sp>
        <p:sp>
          <p:nvSpPr>
            <p:cNvPr id="660" name="Text Placeholder 4">
              <a:extLst>
                <a:ext uri="{FF2B5EF4-FFF2-40B4-BE49-F238E27FC236}">
                  <a16:creationId xmlns:a16="http://schemas.microsoft.com/office/drawing/2014/main" id="{C1F508BF-9F85-D441-3E2B-57C8DC0B9C8F}"/>
                </a:ext>
              </a:extLst>
            </p:cNvPr>
            <p:cNvSpPr txBox="1">
              <a:spLocks/>
            </p:cNvSpPr>
            <p:nvPr/>
          </p:nvSpPr>
          <p:spPr>
            <a:xfrm>
              <a:off x="9663856" y="-672010"/>
              <a:ext cx="1496860" cy="369331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1800" dirty="0"/>
            </a:p>
          </p:txBody>
        </p:sp>
      </p:grpSp>
      <p:grpSp>
        <p:nvGrpSpPr>
          <p:cNvPr id="675" name="Group 674">
            <a:extLst>
              <a:ext uri="{FF2B5EF4-FFF2-40B4-BE49-F238E27FC236}">
                <a16:creationId xmlns:a16="http://schemas.microsoft.com/office/drawing/2014/main" id="{B20B1B4A-0BA3-B2ED-A4F6-8F5B2BA2DD11}"/>
              </a:ext>
            </a:extLst>
          </p:cNvPr>
          <p:cNvGrpSpPr/>
          <p:nvPr/>
        </p:nvGrpSpPr>
        <p:grpSpPr>
          <a:xfrm>
            <a:off x="5161120" y="2693982"/>
            <a:ext cx="3500053" cy="697887"/>
            <a:chOff x="6909253" y="-919988"/>
            <a:chExt cx="6302177" cy="780295"/>
          </a:xfrm>
        </p:grpSpPr>
        <p:sp>
          <p:nvSpPr>
            <p:cNvPr id="596" name="Rectangle: Rounded Corners 53">
              <a:extLst>
                <a:ext uri="{FF2B5EF4-FFF2-40B4-BE49-F238E27FC236}">
                  <a16:creationId xmlns:a16="http://schemas.microsoft.com/office/drawing/2014/main" id="{F49301A4-95F6-B270-C183-A6A0D2141EFD}"/>
                </a:ext>
              </a:extLst>
            </p:cNvPr>
            <p:cNvSpPr/>
            <p:nvPr/>
          </p:nvSpPr>
          <p:spPr>
            <a:xfrm>
              <a:off x="6909253" y="-919988"/>
              <a:ext cx="6302177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85AA2"/>
                </a:gs>
                <a:gs pos="97000">
                  <a:srgbClr val="BD2583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B492D6B7-78E0-715E-349C-248910D99968}"/>
                </a:ext>
              </a:extLst>
            </p:cNvPr>
            <p:cNvSpPr/>
            <p:nvPr/>
          </p:nvSpPr>
          <p:spPr>
            <a:xfrm>
              <a:off x="6971111" y="-872741"/>
              <a:ext cx="783655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TextBox 597">
              <a:extLst>
                <a:ext uri="{FF2B5EF4-FFF2-40B4-BE49-F238E27FC236}">
                  <a16:creationId xmlns:a16="http://schemas.microsoft.com/office/drawing/2014/main" id="{79D8371E-99C8-4990-8D01-D250565F644D}"/>
                </a:ext>
              </a:extLst>
            </p:cNvPr>
            <p:cNvSpPr txBox="1"/>
            <p:nvPr/>
          </p:nvSpPr>
          <p:spPr>
            <a:xfrm>
              <a:off x="7178702" y="-883814"/>
              <a:ext cx="338568" cy="585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4</a:t>
              </a:r>
            </a:p>
          </p:txBody>
        </p:sp>
        <p:sp>
          <p:nvSpPr>
            <p:cNvPr id="600" name="TextBox 599">
              <a:extLst>
                <a:ext uri="{FF2B5EF4-FFF2-40B4-BE49-F238E27FC236}">
                  <a16:creationId xmlns:a16="http://schemas.microsoft.com/office/drawing/2014/main" id="{E91AB366-344B-BC7E-6441-BF503606EF81}"/>
                </a:ext>
              </a:extLst>
            </p:cNvPr>
            <p:cNvSpPr txBox="1"/>
            <p:nvPr/>
          </p:nvSpPr>
          <p:spPr>
            <a:xfrm>
              <a:off x="7797206" y="-794867"/>
              <a:ext cx="4961841" cy="447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</a:t>
              </a:r>
              <a:r>
                <a:rPr lang="en-IN" sz="2000" b="1" dirty="0">
                  <a:latin typeface="Aptos ExtraBold" panose="020F0502020204030204" pitchFamily="34" charset="0"/>
                </a:rPr>
                <a:t>Features and Scope</a:t>
              </a:r>
              <a:endParaRPr lang="en-US" sz="2000" b="1" dirty="0">
                <a:latin typeface="Aptos ExtraBold" panose="020F0502020204030204" pitchFamily="34" charset="0"/>
              </a:endParaRPr>
            </a:p>
          </p:txBody>
        </p:sp>
      </p:grpSp>
      <p:sp>
        <p:nvSpPr>
          <p:cNvPr id="662" name="Text Placeholder 4">
            <a:extLst>
              <a:ext uri="{FF2B5EF4-FFF2-40B4-BE49-F238E27FC236}">
                <a16:creationId xmlns:a16="http://schemas.microsoft.com/office/drawing/2014/main" id="{E7B7DDE1-C215-A14B-9685-B7C16D22C121}"/>
              </a:ext>
            </a:extLst>
          </p:cNvPr>
          <p:cNvSpPr txBox="1">
            <a:spLocks/>
          </p:cNvSpPr>
          <p:nvPr/>
        </p:nvSpPr>
        <p:spPr>
          <a:xfrm>
            <a:off x="13061129" y="4203746"/>
            <a:ext cx="1496860" cy="3693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Page - 7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199D3C-FEE4-8976-9573-651B7DAF8D74}"/>
              </a:ext>
            </a:extLst>
          </p:cNvPr>
          <p:cNvGrpSpPr/>
          <p:nvPr/>
        </p:nvGrpSpPr>
        <p:grpSpPr>
          <a:xfrm>
            <a:off x="4529136" y="4205587"/>
            <a:ext cx="3264086" cy="733248"/>
            <a:chOff x="6323952" y="71061"/>
            <a:chExt cx="4877224" cy="786821"/>
          </a:xfrm>
        </p:grpSpPr>
        <p:sp>
          <p:nvSpPr>
            <p:cNvPr id="3" name="Rectangle: Rounded Corners 51">
              <a:extLst>
                <a:ext uri="{FF2B5EF4-FFF2-40B4-BE49-F238E27FC236}">
                  <a16:creationId xmlns:a16="http://schemas.microsoft.com/office/drawing/2014/main" id="{53298916-D0BB-6193-6525-65ACF3F859E4}"/>
                </a:ext>
              </a:extLst>
            </p:cNvPr>
            <p:cNvSpPr/>
            <p:nvPr/>
          </p:nvSpPr>
          <p:spPr>
            <a:xfrm>
              <a:off x="6323952" y="71061"/>
              <a:ext cx="3954572" cy="786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tx1">
                    <a:lumMod val="50000"/>
                    <a:lumOff val="50000"/>
                  </a:schemeClr>
                </a:gs>
                <a:gs pos="1000">
                  <a:srgbClr val="79638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99809A5-EBFE-0E64-1909-58C797A5B523}"/>
                </a:ext>
              </a:extLst>
            </p:cNvPr>
            <p:cNvSpPr/>
            <p:nvPr/>
          </p:nvSpPr>
          <p:spPr>
            <a:xfrm>
              <a:off x="6493408" y="111102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D070C71-BD3F-D810-4394-602174BE8D24}"/>
                </a:ext>
              </a:extLst>
            </p:cNvPr>
            <p:cNvSpPr txBox="1"/>
            <p:nvPr/>
          </p:nvSpPr>
          <p:spPr>
            <a:xfrm>
              <a:off x="6628412" y="133646"/>
              <a:ext cx="338568" cy="561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6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BE4C48B-9F0C-088A-B6A1-89B638536C3E}"/>
                </a:ext>
              </a:extLst>
            </p:cNvPr>
            <p:cNvSpPr txBox="1"/>
            <p:nvPr/>
          </p:nvSpPr>
          <p:spPr>
            <a:xfrm>
              <a:off x="6912866" y="199728"/>
              <a:ext cx="3048563" cy="429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latin typeface="Aptos ExtraBold" panose="020F0502020204030204" pitchFamily="34" charset="0"/>
                </a:rPr>
                <a:t>Features</a:t>
              </a:r>
              <a:endParaRPr lang="en-US" sz="2000" b="1" dirty="0">
                <a:latin typeface="Aptos ExtraBold" panose="020F0502020204030204" pitchFamily="34" charset="0"/>
              </a:endParaRPr>
            </a:p>
          </p:txBody>
        </p:sp>
        <p:sp>
          <p:nvSpPr>
            <p:cNvPr id="7" name="Text Placeholder 4">
              <a:extLst>
                <a:ext uri="{FF2B5EF4-FFF2-40B4-BE49-F238E27FC236}">
                  <a16:creationId xmlns:a16="http://schemas.microsoft.com/office/drawing/2014/main" id="{E5CE998B-EF65-A1B6-39AC-EBEDC94A2435}"/>
                </a:ext>
              </a:extLst>
            </p:cNvPr>
            <p:cNvSpPr txBox="1">
              <a:spLocks/>
            </p:cNvSpPr>
            <p:nvPr/>
          </p:nvSpPr>
          <p:spPr>
            <a:xfrm>
              <a:off x="9704316" y="325896"/>
              <a:ext cx="1496860" cy="369331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1800" dirty="0"/>
            </a:p>
          </p:txBody>
        </p:sp>
      </p:grpSp>
      <p:grpSp>
        <p:nvGrpSpPr>
          <p:cNvPr id="8" name="Google Shape;14342;p144">
            <a:extLst>
              <a:ext uri="{FF2B5EF4-FFF2-40B4-BE49-F238E27FC236}">
                <a16:creationId xmlns:a16="http://schemas.microsoft.com/office/drawing/2014/main" id="{F275C112-B898-74B9-484A-8C2161149FCB}"/>
              </a:ext>
            </a:extLst>
          </p:cNvPr>
          <p:cNvGrpSpPr/>
          <p:nvPr/>
        </p:nvGrpSpPr>
        <p:grpSpPr>
          <a:xfrm>
            <a:off x="3737168" y="1283098"/>
            <a:ext cx="319381" cy="247180"/>
            <a:chOff x="3177251" y="4024522"/>
            <a:chExt cx="354790" cy="288797"/>
          </a:xfrm>
          <a:solidFill>
            <a:schemeClr val="bg1"/>
          </a:solidFill>
        </p:grpSpPr>
        <p:sp>
          <p:nvSpPr>
            <p:cNvPr id="9" name="Google Shape;14343;p144">
              <a:extLst>
                <a:ext uri="{FF2B5EF4-FFF2-40B4-BE49-F238E27FC236}">
                  <a16:creationId xmlns:a16="http://schemas.microsoft.com/office/drawing/2014/main" id="{3F39972A-374C-11C8-2B12-110842526061}"/>
                </a:ext>
              </a:extLst>
            </p:cNvPr>
            <p:cNvSpPr/>
            <p:nvPr/>
          </p:nvSpPr>
          <p:spPr>
            <a:xfrm>
              <a:off x="3177251" y="4024522"/>
              <a:ext cx="354790" cy="288797"/>
            </a:xfrm>
            <a:custGeom>
              <a:avLst/>
              <a:gdLst/>
              <a:ahLst/>
              <a:cxnLst/>
              <a:rect l="l" t="t" r="r" b="b"/>
              <a:pathLst>
                <a:path w="21904" h="17827" extrusionOk="0">
                  <a:moveTo>
                    <a:pt x="11023" y="1274"/>
                  </a:moveTo>
                  <a:cubicBezTo>
                    <a:pt x="11280" y="1274"/>
                    <a:pt x="11513" y="1429"/>
                    <a:pt x="11611" y="1667"/>
                  </a:cubicBezTo>
                  <a:cubicBezTo>
                    <a:pt x="11709" y="1906"/>
                    <a:pt x="11655" y="2178"/>
                    <a:pt x="11473" y="2361"/>
                  </a:cubicBezTo>
                  <a:cubicBezTo>
                    <a:pt x="11351" y="2483"/>
                    <a:pt x="11189" y="2547"/>
                    <a:pt x="11023" y="2547"/>
                  </a:cubicBezTo>
                  <a:cubicBezTo>
                    <a:pt x="10941" y="2547"/>
                    <a:pt x="10858" y="2531"/>
                    <a:pt x="10779" y="2498"/>
                  </a:cubicBezTo>
                  <a:cubicBezTo>
                    <a:pt x="10542" y="2400"/>
                    <a:pt x="10386" y="2168"/>
                    <a:pt x="10386" y="1911"/>
                  </a:cubicBezTo>
                  <a:cubicBezTo>
                    <a:pt x="10387" y="1559"/>
                    <a:pt x="10671" y="1274"/>
                    <a:pt x="11023" y="1274"/>
                  </a:cubicBezTo>
                  <a:close/>
                  <a:moveTo>
                    <a:pt x="2067" y="3820"/>
                  </a:moveTo>
                  <a:cubicBezTo>
                    <a:pt x="2149" y="3820"/>
                    <a:pt x="2232" y="3836"/>
                    <a:pt x="2311" y="3869"/>
                  </a:cubicBezTo>
                  <a:cubicBezTo>
                    <a:pt x="2549" y="3967"/>
                    <a:pt x="2704" y="4200"/>
                    <a:pt x="2704" y="4457"/>
                  </a:cubicBezTo>
                  <a:cubicBezTo>
                    <a:pt x="2704" y="4809"/>
                    <a:pt x="2418" y="5093"/>
                    <a:pt x="2068" y="5093"/>
                  </a:cubicBezTo>
                  <a:cubicBezTo>
                    <a:pt x="1810" y="5093"/>
                    <a:pt x="1578" y="4938"/>
                    <a:pt x="1479" y="4700"/>
                  </a:cubicBezTo>
                  <a:cubicBezTo>
                    <a:pt x="1381" y="4463"/>
                    <a:pt x="1435" y="4190"/>
                    <a:pt x="1618" y="4007"/>
                  </a:cubicBezTo>
                  <a:cubicBezTo>
                    <a:pt x="1739" y="3885"/>
                    <a:pt x="1901" y="3820"/>
                    <a:pt x="2067" y="3820"/>
                  </a:cubicBezTo>
                  <a:close/>
                  <a:moveTo>
                    <a:pt x="19977" y="3820"/>
                  </a:moveTo>
                  <a:cubicBezTo>
                    <a:pt x="20059" y="3820"/>
                    <a:pt x="20142" y="3836"/>
                    <a:pt x="20221" y="3869"/>
                  </a:cubicBezTo>
                  <a:cubicBezTo>
                    <a:pt x="20460" y="3967"/>
                    <a:pt x="20614" y="4200"/>
                    <a:pt x="20614" y="4457"/>
                  </a:cubicBezTo>
                  <a:cubicBezTo>
                    <a:pt x="20614" y="4809"/>
                    <a:pt x="20330" y="5093"/>
                    <a:pt x="19978" y="5093"/>
                  </a:cubicBezTo>
                  <a:cubicBezTo>
                    <a:pt x="19721" y="5093"/>
                    <a:pt x="19488" y="4938"/>
                    <a:pt x="19390" y="4700"/>
                  </a:cubicBezTo>
                  <a:cubicBezTo>
                    <a:pt x="19291" y="4463"/>
                    <a:pt x="19345" y="4190"/>
                    <a:pt x="19528" y="4007"/>
                  </a:cubicBezTo>
                  <a:cubicBezTo>
                    <a:pt x="19650" y="3885"/>
                    <a:pt x="19812" y="3820"/>
                    <a:pt x="19977" y="3820"/>
                  </a:cubicBezTo>
                  <a:close/>
                  <a:moveTo>
                    <a:pt x="11023" y="4141"/>
                  </a:moveTo>
                  <a:cubicBezTo>
                    <a:pt x="11742" y="6357"/>
                    <a:pt x="12585" y="8476"/>
                    <a:pt x="14031" y="8888"/>
                  </a:cubicBezTo>
                  <a:cubicBezTo>
                    <a:pt x="14202" y="8937"/>
                    <a:pt x="14375" y="8960"/>
                    <a:pt x="14549" y="8960"/>
                  </a:cubicBezTo>
                  <a:cubicBezTo>
                    <a:pt x="16018" y="8960"/>
                    <a:pt x="17580" y="7354"/>
                    <a:pt x="18696" y="6341"/>
                  </a:cubicBezTo>
                  <a:lnTo>
                    <a:pt x="18696" y="6341"/>
                  </a:lnTo>
                  <a:cubicBezTo>
                    <a:pt x="17945" y="8678"/>
                    <a:pt x="16858" y="12122"/>
                    <a:pt x="16761" y="16553"/>
                  </a:cubicBezTo>
                  <a:lnTo>
                    <a:pt x="5286" y="16553"/>
                  </a:lnTo>
                  <a:cubicBezTo>
                    <a:pt x="5189" y="12122"/>
                    <a:pt x="4102" y="8678"/>
                    <a:pt x="3351" y="6341"/>
                  </a:cubicBezTo>
                  <a:lnTo>
                    <a:pt x="3351" y="6341"/>
                  </a:lnTo>
                  <a:cubicBezTo>
                    <a:pt x="4459" y="7347"/>
                    <a:pt x="6027" y="8960"/>
                    <a:pt x="7499" y="8960"/>
                  </a:cubicBezTo>
                  <a:cubicBezTo>
                    <a:pt x="7673" y="8960"/>
                    <a:pt x="7845" y="8937"/>
                    <a:pt x="8016" y="8888"/>
                  </a:cubicBezTo>
                  <a:cubicBezTo>
                    <a:pt x="9462" y="8476"/>
                    <a:pt x="10305" y="6357"/>
                    <a:pt x="11023" y="4141"/>
                  </a:cubicBezTo>
                  <a:close/>
                  <a:moveTo>
                    <a:pt x="11022" y="0"/>
                  </a:moveTo>
                  <a:cubicBezTo>
                    <a:pt x="10194" y="0"/>
                    <a:pt x="9461" y="533"/>
                    <a:pt x="9205" y="1322"/>
                  </a:cubicBezTo>
                  <a:cubicBezTo>
                    <a:pt x="8950" y="2111"/>
                    <a:pt x="9233" y="2973"/>
                    <a:pt x="9905" y="3458"/>
                  </a:cubicBezTo>
                  <a:cubicBezTo>
                    <a:pt x="9588" y="4457"/>
                    <a:pt x="8679" y="7376"/>
                    <a:pt x="7665" y="7666"/>
                  </a:cubicBezTo>
                  <a:cubicBezTo>
                    <a:pt x="7607" y="7682"/>
                    <a:pt x="7546" y="7690"/>
                    <a:pt x="7481" y="7690"/>
                  </a:cubicBezTo>
                  <a:cubicBezTo>
                    <a:pt x="6502" y="7690"/>
                    <a:pt x="4782" y="5891"/>
                    <a:pt x="3867" y="5097"/>
                  </a:cubicBezTo>
                  <a:cubicBezTo>
                    <a:pt x="4144" y="4318"/>
                    <a:pt x="3888" y="3447"/>
                    <a:pt x="3231" y="2943"/>
                  </a:cubicBezTo>
                  <a:cubicBezTo>
                    <a:pt x="2889" y="2679"/>
                    <a:pt x="2478" y="2547"/>
                    <a:pt x="2067" y="2547"/>
                  </a:cubicBezTo>
                  <a:cubicBezTo>
                    <a:pt x="1690" y="2547"/>
                    <a:pt x="1312" y="2659"/>
                    <a:pt x="985" y="2883"/>
                  </a:cubicBezTo>
                  <a:cubicBezTo>
                    <a:pt x="304" y="3352"/>
                    <a:pt x="1" y="4208"/>
                    <a:pt x="236" y="5001"/>
                  </a:cubicBezTo>
                  <a:cubicBezTo>
                    <a:pt x="473" y="5795"/>
                    <a:pt x="1193" y="6346"/>
                    <a:pt x="2021" y="6366"/>
                  </a:cubicBezTo>
                  <a:cubicBezTo>
                    <a:pt x="3076" y="9661"/>
                    <a:pt x="3920" y="12596"/>
                    <a:pt x="4012" y="16554"/>
                  </a:cubicBezTo>
                  <a:lnTo>
                    <a:pt x="3383" y="16554"/>
                  </a:lnTo>
                  <a:cubicBezTo>
                    <a:pt x="3031" y="16554"/>
                    <a:pt x="2747" y="16838"/>
                    <a:pt x="2747" y="17190"/>
                  </a:cubicBezTo>
                  <a:cubicBezTo>
                    <a:pt x="2747" y="17542"/>
                    <a:pt x="3031" y="17827"/>
                    <a:pt x="3383" y="17827"/>
                  </a:cubicBezTo>
                  <a:lnTo>
                    <a:pt x="18663" y="17827"/>
                  </a:lnTo>
                  <a:cubicBezTo>
                    <a:pt x="19013" y="17827"/>
                    <a:pt x="19299" y="17542"/>
                    <a:pt x="19299" y="17190"/>
                  </a:cubicBezTo>
                  <a:cubicBezTo>
                    <a:pt x="19299" y="16838"/>
                    <a:pt x="19013" y="16554"/>
                    <a:pt x="18663" y="16554"/>
                  </a:cubicBezTo>
                  <a:lnTo>
                    <a:pt x="18034" y="16554"/>
                  </a:lnTo>
                  <a:cubicBezTo>
                    <a:pt x="18125" y="12596"/>
                    <a:pt x="18985" y="9608"/>
                    <a:pt x="20024" y="6366"/>
                  </a:cubicBezTo>
                  <a:cubicBezTo>
                    <a:pt x="21071" y="6342"/>
                    <a:pt x="21903" y="5481"/>
                    <a:pt x="21890" y="4434"/>
                  </a:cubicBezTo>
                  <a:cubicBezTo>
                    <a:pt x="21877" y="3388"/>
                    <a:pt x="21026" y="2547"/>
                    <a:pt x="19980" y="2547"/>
                  </a:cubicBezTo>
                  <a:cubicBezTo>
                    <a:pt x="19980" y="2547"/>
                    <a:pt x="19979" y="2547"/>
                    <a:pt x="19978" y="2547"/>
                  </a:cubicBezTo>
                  <a:cubicBezTo>
                    <a:pt x="19357" y="2547"/>
                    <a:pt x="18775" y="2849"/>
                    <a:pt x="18418" y="3356"/>
                  </a:cubicBezTo>
                  <a:cubicBezTo>
                    <a:pt x="18059" y="3863"/>
                    <a:pt x="17971" y="4512"/>
                    <a:pt x="18178" y="5097"/>
                  </a:cubicBezTo>
                  <a:cubicBezTo>
                    <a:pt x="17280" y="5875"/>
                    <a:pt x="15545" y="7690"/>
                    <a:pt x="14563" y="7690"/>
                  </a:cubicBezTo>
                  <a:cubicBezTo>
                    <a:pt x="14499" y="7690"/>
                    <a:pt x="14438" y="7682"/>
                    <a:pt x="14381" y="7666"/>
                  </a:cubicBezTo>
                  <a:cubicBezTo>
                    <a:pt x="13366" y="7376"/>
                    <a:pt x="12459" y="4455"/>
                    <a:pt x="12140" y="3458"/>
                  </a:cubicBezTo>
                  <a:cubicBezTo>
                    <a:pt x="12812" y="2973"/>
                    <a:pt x="13094" y="2111"/>
                    <a:pt x="12840" y="1322"/>
                  </a:cubicBezTo>
                  <a:cubicBezTo>
                    <a:pt x="12585" y="533"/>
                    <a:pt x="11852" y="0"/>
                    <a:pt x="110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344;p144">
              <a:extLst>
                <a:ext uri="{FF2B5EF4-FFF2-40B4-BE49-F238E27FC236}">
                  <a16:creationId xmlns:a16="http://schemas.microsoft.com/office/drawing/2014/main" id="{FFB11321-5706-6C84-2FF6-B94ACB0AF42F}"/>
                </a:ext>
              </a:extLst>
            </p:cNvPr>
            <p:cNvSpPr/>
            <p:nvPr/>
          </p:nvSpPr>
          <p:spPr>
            <a:xfrm>
              <a:off x="3324843" y="4189551"/>
              <a:ext cx="61891" cy="82523"/>
            </a:xfrm>
            <a:custGeom>
              <a:avLst/>
              <a:gdLst/>
              <a:ahLst/>
              <a:cxnLst/>
              <a:rect l="l" t="t" r="r" b="b"/>
              <a:pathLst>
                <a:path w="3821" h="5094" extrusionOk="0">
                  <a:moveTo>
                    <a:pt x="1911" y="1272"/>
                  </a:moveTo>
                  <a:cubicBezTo>
                    <a:pt x="2171" y="1272"/>
                    <a:pt x="2548" y="1769"/>
                    <a:pt x="2548" y="2547"/>
                  </a:cubicBezTo>
                  <a:cubicBezTo>
                    <a:pt x="2548" y="3323"/>
                    <a:pt x="2171" y="3820"/>
                    <a:pt x="1911" y="3820"/>
                  </a:cubicBezTo>
                  <a:cubicBezTo>
                    <a:pt x="1651" y="3820"/>
                    <a:pt x="1274" y="3323"/>
                    <a:pt x="1274" y="2547"/>
                  </a:cubicBezTo>
                  <a:cubicBezTo>
                    <a:pt x="1274" y="1769"/>
                    <a:pt x="1651" y="1272"/>
                    <a:pt x="1911" y="1272"/>
                  </a:cubicBezTo>
                  <a:close/>
                  <a:moveTo>
                    <a:pt x="1911" y="1"/>
                  </a:moveTo>
                  <a:cubicBezTo>
                    <a:pt x="840" y="1"/>
                    <a:pt x="1" y="1119"/>
                    <a:pt x="1" y="2548"/>
                  </a:cubicBezTo>
                  <a:cubicBezTo>
                    <a:pt x="1" y="3976"/>
                    <a:pt x="840" y="5094"/>
                    <a:pt x="1911" y="5094"/>
                  </a:cubicBezTo>
                  <a:cubicBezTo>
                    <a:pt x="2982" y="5094"/>
                    <a:pt x="3821" y="3976"/>
                    <a:pt x="3821" y="2548"/>
                  </a:cubicBezTo>
                  <a:cubicBezTo>
                    <a:pt x="3821" y="1120"/>
                    <a:pt x="2982" y="1"/>
                    <a:pt x="19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345;p144">
              <a:extLst>
                <a:ext uri="{FF2B5EF4-FFF2-40B4-BE49-F238E27FC236}">
                  <a16:creationId xmlns:a16="http://schemas.microsoft.com/office/drawing/2014/main" id="{0554B48B-4C91-31CC-01D5-A7609FEB30D0}"/>
                </a:ext>
              </a:extLst>
            </p:cNvPr>
            <p:cNvSpPr/>
            <p:nvPr/>
          </p:nvSpPr>
          <p:spPr>
            <a:xfrm>
              <a:off x="3407337" y="4210174"/>
              <a:ext cx="20668" cy="41294"/>
            </a:xfrm>
            <a:custGeom>
              <a:avLst/>
              <a:gdLst/>
              <a:ahLst/>
              <a:cxnLst/>
              <a:rect l="l" t="t" r="r" b="b"/>
              <a:pathLst>
                <a:path w="1276" h="2549" extrusionOk="0">
                  <a:moveTo>
                    <a:pt x="637" y="1"/>
                  </a:moveTo>
                  <a:cubicBezTo>
                    <a:pt x="285" y="1"/>
                    <a:pt x="1" y="285"/>
                    <a:pt x="1" y="637"/>
                  </a:cubicBezTo>
                  <a:lnTo>
                    <a:pt x="1" y="1912"/>
                  </a:lnTo>
                  <a:cubicBezTo>
                    <a:pt x="1" y="2262"/>
                    <a:pt x="285" y="2548"/>
                    <a:pt x="637" y="2548"/>
                  </a:cubicBezTo>
                  <a:cubicBezTo>
                    <a:pt x="989" y="2548"/>
                    <a:pt x="1275" y="2262"/>
                    <a:pt x="1275" y="1912"/>
                  </a:cubicBezTo>
                  <a:lnTo>
                    <a:pt x="1275" y="637"/>
                  </a:lnTo>
                  <a:cubicBezTo>
                    <a:pt x="1275" y="285"/>
                    <a:pt x="989" y="1"/>
                    <a:pt x="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346;p144">
              <a:extLst>
                <a:ext uri="{FF2B5EF4-FFF2-40B4-BE49-F238E27FC236}">
                  <a16:creationId xmlns:a16="http://schemas.microsoft.com/office/drawing/2014/main" id="{7F45E47C-96BC-F0ED-72F0-45086C843180}"/>
                </a:ext>
              </a:extLst>
            </p:cNvPr>
            <p:cNvSpPr/>
            <p:nvPr/>
          </p:nvSpPr>
          <p:spPr>
            <a:xfrm>
              <a:off x="3283604" y="4210174"/>
              <a:ext cx="20636" cy="41294"/>
            </a:xfrm>
            <a:custGeom>
              <a:avLst/>
              <a:gdLst/>
              <a:ahLst/>
              <a:cxnLst/>
              <a:rect l="l" t="t" r="r" b="b"/>
              <a:pathLst>
                <a:path w="1274" h="2549" extrusionOk="0">
                  <a:moveTo>
                    <a:pt x="637" y="1"/>
                  </a:moveTo>
                  <a:cubicBezTo>
                    <a:pt x="285" y="1"/>
                    <a:pt x="1" y="285"/>
                    <a:pt x="1" y="637"/>
                  </a:cubicBezTo>
                  <a:lnTo>
                    <a:pt x="1" y="1912"/>
                  </a:lnTo>
                  <a:cubicBezTo>
                    <a:pt x="1" y="2262"/>
                    <a:pt x="285" y="2548"/>
                    <a:pt x="637" y="2548"/>
                  </a:cubicBezTo>
                  <a:cubicBezTo>
                    <a:pt x="989" y="2548"/>
                    <a:pt x="1274" y="2262"/>
                    <a:pt x="1274" y="1912"/>
                  </a:cubicBezTo>
                  <a:lnTo>
                    <a:pt x="1274" y="637"/>
                  </a:lnTo>
                  <a:cubicBezTo>
                    <a:pt x="1274" y="285"/>
                    <a:pt x="989" y="1"/>
                    <a:pt x="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4404;p144">
            <a:extLst>
              <a:ext uri="{FF2B5EF4-FFF2-40B4-BE49-F238E27FC236}">
                <a16:creationId xmlns:a16="http://schemas.microsoft.com/office/drawing/2014/main" id="{6F87F41B-8D48-A296-68B9-ED950444A929}"/>
              </a:ext>
            </a:extLst>
          </p:cNvPr>
          <p:cNvGrpSpPr/>
          <p:nvPr/>
        </p:nvGrpSpPr>
        <p:grpSpPr>
          <a:xfrm>
            <a:off x="6254861" y="1618567"/>
            <a:ext cx="346983" cy="345510"/>
            <a:chOff x="1848084" y="2293633"/>
            <a:chExt cx="353559" cy="352058"/>
          </a:xfrm>
          <a:solidFill>
            <a:schemeClr val="bg1"/>
          </a:solidFill>
        </p:grpSpPr>
        <p:sp>
          <p:nvSpPr>
            <p:cNvPr id="14" name="Google Shape;14405;p144">
              <a:extLst>
                <a:ext uri="{FF2B5EF4-FFF2-40B4-BE49-F238E27FC236}">
                  <a16:creationId xmlns:a16="http://schemas.microsoft.com/office/drawing/2014/main" id="{8CBEC70A-A2AB-A7E9-C441-89830AE13C76}"/>
                </a:ext>
              </a:extLst>
            </p:cNvPr>
            <p:cNvSpPr/>
            <p:nvPr/>
          </p:nvSpPr>
          <p:spPr>
            <a:xfrm>
              <a:off x="1932085" y="2293633"/>
              <a:ext cx="269559" cy="268596"/>
            </a:xfrm>
            <a:custGeom>
              <a:avLst/>
              <a:gdLst/>
              <a:ahLst/>
              <a:cxnLst/>
              <a:rect l="l" t="t" r="r" b="b"/>
              <a:pathLst>
                <a:path w="16642" h="16580" extrusionOk="0">
                  <a:moveTo>
                    <a:pt x="15353" y="1289"/>
                  </a:moveTo>
                  <a:lnTo>
                    <a:pt x="15353" y="1289"/>
                  </a:lnTo>
                  <a:cubicBezTo>
                    <a:pt x="15285" y="2753"/>
                    <a:pt x="14989" y="4124"/>
                    <a:pt x="14464" y="5398"/>
                  </a:cubicBezTo>
                  <a:lnTo>
                    <a:pt x="11243" y="2179"/>
                  </a:lnTo>
                  <a:cubicBezTo>
                    <a:pt x="12516" y="1653"/>
                    <a:pt x="13885" y="1357"/>
                    <a:pt x="15353" y="1289"/>
                  </a:cubicBezTo>
                  <a:close/>
                  <a:moveTo>
                    <a:pt x="3406" y="6461"/>
                  </a:moveTo>
                  <a:cubicBezTo>
                    <a:pt x="3692" y="6461"/>
                    <a:pt x="3981" y="6499"/>
                    <a:pt x="4263" y="6577"/>
                  </a:cubicBezTo>
                  <a:cubicBezTo>
                    <a:pt x="3858" y="7199"/>
                    <a:pt x="3495" y="7849"/>
                    <a:pt x="3180" y="8521"/>
                  </a:cubicBezTo>
                  <a:lnTo>
                    <a:pt x="1645" y="6986"/>
                  </a:lnTo>
                  <a:cubicBezTo>
                    <a:pt x="2173" y="6640"/>
                    <a:pt x="2786" y="6461"/>
                    <a:pt x="3406" y="6461"/>
                  </a:cubicBezTo>
                  <a:close/>
                  <a:moveTo>
                    <a:pt x="10029" y="2765"/>
                  </a:moveTo>
                  <a:lnTo>
                    <a:pt x="13876" y="6611"/>
                  </a:lnTo>
                  <a:cubicBezTo>
                    <a:pt x="13226" y="7781"/>
                    <a:pt x="12365" y="8854"/>
                    <a:pt x="11292" y="9832"/>
                  </a:cubicBezTo>
                  <a:lnTo>
                    <a:pt x="11292" y="9834"/>
                  </a:lnTo>
                  <a:cubicBezTo>
                    <a:pt x="9603" y="11369"/>
                    <a:pt x="7882" y="12192"/>
                    <a:pt x="7157" y="12497"/>
                  </a:cubicBezTo>
                  <a:lnTo>
                    <a:pt x="4145" y="9484"/>
                  </a:lnTo>
                  <a:cubicBezTo>
                    <a:pt x="4449" y="8759"/>
                    <a:pt x="5272" y="7039"/>
                    <a:pt x="6809" y="5349"/>
                  </a:cubicBezTo>
                  <a:cubicBezTo>
                    <a:pt x="7784" y="4277"/>
                    <a:pt x="8857" y="3415"/>
                    <a:pt x="10029" y="2765"/>
                  </a:cubicBezTo>
                  <a:close/>
                  <a:moveTo>
                    <a:pt x="3400" y="10540"/>
                  </a:moveTo>
                  <a:lnTo>
                    <a:pt x="6102" y="13242"/>
                  </a:lnTo>
                  <a:lnTo>
                    <a:pt x="5201" y="14142"/>
                  </a:lnTo>
                  <a:lnTo>
                    <a:pt x="2500" y="11441"/>
                  </a:lnTo>
                  <a:lnTo>
                    <a:pt x="3400" y="10540"/>
                  </a:lnTo>
                  <a:close/>
                  <a:moveTo>
                    <a:pt x="10065" y="12378"/>
                  </a:moveTo>
                  <a:lnTo>
                    <a:pt x="10065" y="12378"/>
                  </a:lnTo>
                  <a:cubicBezTo>
                    <a:pt x="10311" y="13269"/>
                    <a:pt x="10162" y="14223"/>
                    <a:pt x="9656" y="14997"/>
                  </a:cubicBezTo>
                  <a:lnTo>
                    <a:pt x="8121" y="13462"/>
                  </a:lnTo>
                  <a:cubicBezTo>
                    <a:pt x="8794" y="13146"/>
                    <a:pt x="9442" y="12783"/>
                    <a:pt x="10065" y="12378"/>
                  </a:cubicBezTo>
                  <a:close/>
                  <a:moveTo>
                    <a:pt x="16004" y="1"/>
                  </a:moveTo>
                  <a:cubicBezTo>
                    <a:pt x="12030" y="1"/>
                    <a:pt x="8557" y="1536"/>
                    <a:pt x="5867" y="4494"/>
                  </a:cubicBezTo>
                  <a:cubicBezTo>
                    <a:pt x="5562" y="4828"/>
                    <a:pt x="5284" y="5164"/>
                    <a:pt x="5030" y="5493"/>
                  </a:cubicBezTo>
                  <a:cubicBezTo>
                    <a:pt x="4505" y="5288"/>
                    <a:pt x="3949" y="5185"/>
                    <a:pt x="3393" y="5185"/>
                  </a:cubicBezTo>
                  <a:cubicBezTo>
                    <a:pt x="2257" y="5185"/>
                    <a:pt x="1121" y="5617"/>
                    <a:pt x="249" y="6490"/>
                  </a:cubicBezTo>
                  <a:cubicBezTo>
                    <a:pt x="1" y="6739"/>
                    <a:pt x="1" y="7141"/>
                    <a:pt x="249" y="7390"/>
                  </a:cubicBezTo>
                  <a:lnTo>
                    <a:pt x="2500" y="9640"/>
                  </a:lnTo>
                  <a:lnTo>
                    <a:pt x="1150" y="10991"/>
                  </a:lnTo>
                  <a:cubicBezTo>
                    <a:pt x="900" y="11239"/>
                    <a:pt x="900" y="11642"/>
                    <a:pt x="1150" y="11891"/>
                  </a:cubicBezTo>
                  <a:cubicBezTo>
                    <a:pt x="4996" y="15735"/>
                    <a:pt x="4752" y="15497"/>
                    <a:pt x="4800" y="15537"/>
                  </a:cubicBezTo>
                  <a:cubicBezTo>
                    <a:pt x="4917" y="15632"/>
                    <a:pt x="5059" y="15679"/>
                    <a:pt x="5201" y="15679"/>
                  </a:cubicBezTo>
                  <a:cubicBezTo>
                    <a:pt x="5364" y="15679"/>
                    <a:pt x="5527" y="15616"/>
                    <a:pt x="5651" y="15492"/>
                  </a:cubicBezTo>
                  <a:lnTo>
                    <a:pt x="7002" y="14142"/>
                  </a:lnTo>
                  <a:lnTo>
                    <a:pt x="9253" y="16393"/>
                  </a:lnTo>
                  <a:cubicBezTo>
                    <a:pt x="9377" y="16517"/>
                    <a:pt x="9540" y="16580"/>
                    <a:pt x="9703" y="16580"/>
                  </a:cubicBezTo>
                  <a:cubicBezTo>
                    <a:pt x="9865" y="16580"/>
                    <a:pt x="10028" y="16517"/>
                    <a:pt x="10153" y="16393"/>
                  </a:cubicBezTo>
                  <a:cubicBezTo>
                    <a:pt x="11451" y="15095"/>
                    <a:pt x="11775" y="13213"/>
                    <a:pt x="11149" y="11612"/>
                  </a:cubicBezTo>
                  <a:cubicBezTo>
                    <a:pt x="11478" y="11358"/>
                    <a:pt x="11815" y="11080"/>
                    <a:pt x="12148" y="10774"/>
                  </a:cubicBezTo>
                  <a:cubicBezTo>
                    <a:pt x="15100" y="8090"/>
                    <a:pt x="16642" y="4620"/>
                    <a:pt x="16642" y="637"/>
                  </a:cubicBezTo>
                  <a:cubicBezTo>
                    <a:pt x="16642" y="285"/>
                    <a:pt x="16357" y="1"/>
                    <a:pt x="16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406;p144">
              <a:extLst>
                <a:ext uri="{FF2B5EF4-FFF2-40B4-BE49-F238E27FC236}">
                  <a16:creationId xmlns:a16="http://schemas.microsoft.com/office/drawing/2014/main" id="{D022986A-7063-B927-343B-F12298599DF1}"/>
                </a:ext>
              </a:extLst>
            </p:cNvPr>
            <p:cNvSpPr/>
            <p:nvPr/>
          </p:nvSpPr>
          <p:spPr>
            <a:xfrm>
              <a:off x="2041272" y="2389715"/>
              <a:ext cx="66750" cy="61884"/>
            </a:xfrm>
            <a:custGeom>
              <a:avLst/>
              <a:gdLst/>
              <a:ahLst/>
              <a:cxnLst/>
              <a:rect l="l" t="t" r="r" b="b"/>
              <a:pathLst>
                <a:path w="4121" h="3820" extrusionOk="0">
                  <a:moveTo>
                    <a:pt x="2060" y="1272"/>
                  </a:moveTo>
                  <a:cubicBezTo>
                    <a:pt x="2223" y="1272"/>
                    <a:pt x="2386" y="1334"/>
                    <a:pt x="2510" y="1459"/>
                  </a:cubicBezTo>
                  <a:cubicBezTo>
                    <a:pt x="2693" y="1641"/>
                    <a:pt x="2747" y="1915"/>
                    <a:pt x="2649" y="2152"/>
                  </a:cubicBezTo>
                  <a:cubicBezTo>
                    <a:pt x="2550" y="2390"/>
                    <a:pt x="2319" y="2545"/>
                    <a:pt x="2060" y="2545"/>
                  </a:cubicBezTo>
                  <a:cubicBezTo>
                    <a:pt x="1804" y="2545"/>
                    <a:pt x="1571" y="2390"/>
                    <a:pt x="1473" y="2152"/>
                  </a:cubicBezTo>
                  <a:cubicBezTo>
                    <a:pt x="1374" y="1915"/>
                    <a:pt x="1428" y="1641"/>
                    <a:pt x="1611" y="1459"/>
                  </a:cubicBezTo>
                  <a:cubicBezTo>
                    <a:pt x="1735" y="1334"/>
                    <a:pt x="1898" y="1272"/>
                    <a:pt x="2060" y="1272"/>
                  </a:cubicBezTo>
                  <a:close/>
                  <a:moveTo>
                    <a:pt x="2061" y="0"/>
                  </a:moveTo>
                  <a:cubicBezTo>
                    <a:pt x="1573" y="0"/>
                    <a:pt x="1084" y="186"/>
                    <a:pt x="711" y="559"/>
                  </a:cubicBezTo>
                  <a:cubicBezTo>
                    <a:pt x="164" y="1104"/>
                    <a:pt x="0" y="1926"/>
                    <a:pt x="297" y="2640"/>
                  </a:cubicBezTo>
                  <a:cubicBezTo>
                    <a:pt x="592" y="3353"/>
                    <a:pt x="1288" y="3819"/>
                    <a:pt x="2060" y="3819"/>
                  </a:cubicBezTo>
                  <a:cubicBezTo>
                    <a:pt x="2833" y="3819"/>
                    <a:pt x="3529" y="3353"/>
                    <a:pt x="3826" y="2640"/>
                  </a:cubicBezTo>
                  <a:cubicBezTo>
                    <a:pt x="4121" y="1926"/>
                    <a:pt x="3958" y="1104"/>
                    <a:pt x="3412" y="559"/>
                  </a:cubicBezTo>
                  <a:cubicBezTo>
                    <a:pt x="3038" y="186"/>
                    <a:pt x="2550" y="0"/>
                    <a:pt x="20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407;p144">
              <a:extLst>
                <a:ext uri="{FF2B5EF4-FFF2-40B4-BE49-F238E27FC236}">
                  <a16:creationId xmlns:a16="http://schemas.microsoft.com/office/drawing/2014/main" id="{84370C15-7BB0-2E94-D8C5-1C6DD85C32C3}"/>
                </a:ext>
              </a:extLst>
            </p:cNvPr>
            <p:cNvSpPr/>
            <p:nvPr/>
          </p:nvSpPr>
          <p:spPr>
            <a:xfrm>
              <a:off x="1848084" y="2514909"/>
              <a:ext cx="137306" cy="130783"/>
            </a:xfrm>
            <a:custGeom>
              <a:avLst/>
              <a:gdLst/>
              <a:ahLst/>
              <a:cxnLst/>
              <a:rect l="l" t="t" r="r" b="b"/>
              <a:pathLst>
                <a:path w="8477" h="8073" extrusionOk="0">
                  <a:moveTo>
                    <a:pt x="4984" y="1274"/>
                  </a:moveTo>
                  <a:cubicBezTo>
                    <a:pt x="5473" y="1274"/>
                    <a:pt x="5962" y="1461"/>
                    <a:pt x="6335" y="1834"/>
                  </a:cubicBezTo>
                  <a:cubicBezTo>
                    <a:pt x="7081" y="2579"/>
                    <a:pt x="7081" y="3789"/>
                    <a:pt x="6335" y="4535"/>
                  </a:cubicBezTo>
                  <a:cubicBezTo>
                    <a:pt x="6179" y="4691"/>
                    <a:pt x="5560" y="5144"/>
                    <a:pt x="3181" y="5980"/>
                  </a:cubicBezTo>
                  <a:cubicBezTo>
                    <a:pt x="2645" y="6169"/>
                    <a:pt x="2126" y="6338"/>
                    <a:pt x="1692" y="6476"/>
                  </a:cubicBezTo>
                  <a:cubicBezTo>
                    <a:pt x="1829" y="6043"/>
                    <a:pt x="2000" y="5523"/>
                    <a:pt x="2188" y="4987"/>
                  </a:cubicBezTo>
                  <a:cubicBezTo>
                    <a:pt x="3026" y="2608"/>
                    <a:pt x="3478" y="1989"/>
                    <a:pt x="3634" y="1833"/>
                  </a:cubicBezTo>
                  <a:cubicBezTo>
                    <a:pt x="4007" y="1461"/>
                    <a:pt x="4496" y="1274"/>
                    <a:pt x="4984" y="1274"/>
                  </a:cubicBezTo>
                  <a:close/>
                  <a:moveTo>
                    <a:pt x="4984" y="0"/>
                  </a:moveTo>
                  <a:cubicBezTo>
                    <a:pt x="4169" y="0"/>
                    <a:pt x="3355" y="311"/>
                    <a:pt x="2733" y="933"/>
                  </a:cubicBezTo>
                  <a:cubicBezTo>
                    <a:pt x="2555" y="1113"/>
                    <a:pt x="2009" y="1657"/>
                    <a:pt x="985" y="4571"/>
                  </a:cubicBezTo>
                  <a:cubicBezTo>
                    <a:pt x="497" y="5960"/>
                    <a:pt x="137" y="7207"/>
                    <a:pt x="121" y="7259"/>
                  </a:cubicBezTo>
                  <a:cubicBezTo>
                    <a:pt x="1" y="7679"/>
                    <a:pt x="325" y="8073"/>
                    <a:pt x="730" y="8073"/>
                  </a:cubicBezTo>
                  <a:cubicBezTo>
                    <a:pt x="789" y="8073"/>
                    <a:pt x="849" y="8064"/>
                    <a:pt x="910" y="8047"/>
                  </a:cubicBezTo>
                  <a:cubicBezTo>
                    <a:pt x="961" y="8032"/>
                    <a:pt x="2208" y="7672"/>
                    <a:pt x="3597" y="7184"/>
                  </a:cubicBezTo>
                  <a:cubicBezTo>
                    <a:pt x="6511" y="6159"/>
                    <a:pt x="7056" y="5613"/>
                    <a:pt x="7235" y="5435"/>
                  </a:cubicBezTo>
                  <a:cubicBezTo>
                    <a:pt x="8476" y="4195"/>
                    <a:pt x="8476" y="2174"/>
                    <a:pt x="7235" y="933"/>
                  </a:cubicBezTo>
                  <a:cubicBezTo>
                    <a:pt x="6614" y="311"/>
                    <a:pt x="5799" y="0"/>
                    <a:pt x="49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14288;p144">
            <a:extLst>
              <a:ext uri="{FF2B5EF4-FFF2-40B4-BE49-F238E27FC236}">
                <a16:creationId xmlns:a16="http://schemas.microsoft.com/office/drawing/2014/main" id="{75D2B402-9008-80D6-5F1F-5CDB743D8DCD}"/>
              </a:ext>
            </a:extLst>
          </p:cNvPr>
          <p:cNvGrpSpPr/>
          <p:nvPr/>
        </p:nvGrpSpPr>
        <p:grpSpPr>
          <a:xfrm>
            <a:off x="7107672" y="2195950"/>
            <a:ext cx="288071" cy="345478"/>
            <a:chOff x="3402947" y="3362898"/>
            <a:chExt cx="293531" cy="352026"/>
          </a:xfrm>
          <a:solidFill>
            <a:schemeClr val="bg1"/>
          </a:solidFill>
        </p:grpSpPr>
        <p:sp>
          <p:nvSpPr>
            <p:cNvPr id="21" name="Google Shape;14289;p144">
              <a:extLst>
                <a:ext uri="{FF2B5EF4-FFF2-40B4-BE49-F238E27FC236}">
                  <a16:creationId xmlns:a16="http://schemas.microsoft.com/office/drawing/2014/main" id="{E3F92252-C6A0-C040-A387-CC280C95257D}"/>
                </a:ext>
              </a:extLst>
            </p:cNvPr>
            <p:cNvSpPr/>
            <p:nvPr/>
          </p:nvSpPr>
          <p:spPr>
            <a:xfrm>
              <a:off x="3402947" y="3362898"/>
              <a:ext cx="293531" cy="352026"/>
            </a:xfrm>
            <a:custGeom>
              <a:avLst/>
              <a:gdLst/>
              <a:ahLst/>
              <a:cxnLst/>
              <a:rect l="l" t="t" r="r" b="b"/>
              <a:pathLst>
                <a:path w="18122" h="21730" extrusionOk="0">
                  <a:moveTo>
                    <a:pt x="9061" y="1273"/>
                  </a:moveTo>
                  <a:cubicBezTo>
                    <a:pt x="12922" y="1273"/>
                    <a:pt x="16065" y="4433"/>
                    <a:pt x="16065" y="8320"/>
                  </a:cubicBezTo>
                  <a:cubicBezTo>
                    <a:pt x="16065" y="12181"/>
                    <a:pt x="12923" y="15322"/>
                    <a:pt x="9061" y="15322"/>
                  </a:cubicBezTo>
                  <a:cubicBezTo>
                    <a:pt x="5200" y="15322"/>
                    <a:pt x="2058" y="12181"/>
                    <a:pt x="2058" y="8320"/>
                  </a:cubicBezTo>
                  <a:cubicBezTo>
                    <a:pt x="2058" y="4434"/>
                    <a:pt x="5200" y="1273"/>
                    <a:pt x="9061" y="1273"/>
                  </a:cubicBezTo>
                  <a:close/>
                  <a:moveTo>
                    <a:pt x="3432" y="14380"/>
                  </a:moveTo>
                  <a:cubicBezTo>
                    <a:pt x="4381" y="15264"/>
                    <a:pt x="5524" y="15912"/>
                    <a:pt x="6770" y="16272"/>
                  </a:cubicBezTo>
                  <a:lnTo>
                    <a:pt x="5348" y="19501"/>
                  </a:lnTo>
                  <a:lnTo>
                    <a:pt x="4554" y="17659"/>
                  </a:lnTo>
                  <a:cubicBezTo>
                    <a:pt x="4450" y="17420"/>
                    <a:pt x="4216" y="17274"/>
                    <a:pt x="3968" y="17274"/>
                  </a:cubicBezTo>
                  <a:cubicBezTo>
                    <a:pt x="3900" y="17274"/>
                    <a:pt x="3831" y="17285"/>
                    <a:pt x="3764" y="17308"/>
                  </a:cubicBezTo>
                  <a:lnTo>
                    <a:pt x="1853" y="17957"/>
                  </a:lnTo>
                  <a:lnTo>
                    <a:pt x="1853" y="17957"/>
                  </a:lnTo>
                  <a:lnTo>
                    <a:pt x="3432" y="14380"/>
                  </a:lnTo>
                  <a:close/>
                  <a:moveTo>
                    <a:pt x="14691" y="14379"/>
                  </a:moveTo>
                  <a:lnTo>
                    <a:pt x="16269" y="17957"/>
                  </a:lnTo>
                  <a:lnTo>
                    <a:pt x="14359" y="17308"/>
                  </a:lnTo>
                  <a:cubicBezTo>
                    <a:pt x="14291" y="17285"/>
                    <a:pt x="14222" y="17274"/>
                    <a:pt x="14154" y="17274"/>
                  </a:cubicBezTo>
                  <a:cubicBezTo>
                    <a:pt x="13906" y="17274"/>
                    <a:pt x="13673" y="17420"/>
                    <a:pt x="13571" y="17659"/>
                  </a:cubicBezTo>
                  <a:lnTo>
                    <a:pt x="12777" y="19501"/>
                  </a:lnTo>
                  <a:lnTo>
                    <a:pt x="11354" y="16272"/>
                  </a:lnTo>
                  <a:cubicBezTo>
                    <a:pt x="12599" y="15911"/>
                    <a:pt x="13743" y="15263"/>
                    <a:pt x="14691" y="14379"/>
                  </a:cubicBezTo>
                  <a:close/>
                  <a:moveTo>
                    <a:pt x="9061" y="0"/>
                  </a:moveTo>
                  <a:cubicBezTo>
                    <a:pt x="4497" y="0"/>
                    <a:pt x="785" y="3732"/>
                    <a:pt x="785" y="8318"/>
                  </a:cubicBezTo>
                  <a:cubicBezTo>
                    <a:pt x="783" y="10138"/>
                    <a:pt x="1383" y="11907"/>
                    <a:pt x="2494" y="13349"/>
                  </a:cubicBezTo>
                  <a:lnTo>
                    <a:pt x="102" y="18768"/>
                  </a:lnTo>
                  <a:cubicBezTo>
                    <a:pt x="1" y="19000"/>
                    <a:pt x="46" y="19268"/>
                    <a:pt x="216" y="19455"/>
                  </a:cubicBezTo>
                  <a:lnTo>
                    <a:pt x="216" y="19456"/>
                  </a:lnTo>
                  <a:cubicBezTo>
                    <a:pt x="339" y="19589"/>
                    <a:pt x="510" y="19662"/>
                    <a:pt x="686" y="19662"/>
                  </a:cubicBezTo>
                  <a:cubicBezTo>
                    <a:pt x="755" y="19662"/>
                    <a:pt x="824" y="19651"/>
                    <a:pt x="891" y="19628"/>
                  </a:cubicBezTo>
                  <a:lnTo>
                    <a:pt x="3616" y="18702"/>
                  </a:lnTo>
                  <a:lnTo>
                    <a:pt x="4755" y="21346"/>
                  </a:lnTo>
                  <a:cubicBezTo>
                    <a:pt x="4856" y="21577"/>
                    <a:pt x="5085" y="21729"/>
                    <a:pt x="5337" y="21729"/>
                  </a:cubicBezTo>
                  <a:lnTo>
                    <a:pt x="5340" y="21729"/>
                  </a:lnTo>
                  <a:cubicBezTo>
                    <a:pt x="5593" y="21729"/>
                    <a:pt x="5822" y="21581"/>
                    <a:pt x="5922" y="21350"/>
                  </a:cubicBezTo>
                  <a:lnTo>
                    <a:pt x="8047" y="16532"/>
                  </a:lnTo>
                  <a:cubicBezTo>
                    <a:pt x="8384" y="16573"/>
                    <a:pt x="8723" y="16594"/>
                    <a:pt x="9062" y="16594"/>
                  </a:cubicBezTo>
                  <a:cubicBezTo>
                    <a:pt x="9400" y="16594"/>
                    <a:pt x="9739" y="16573"/>
                    <a:pt x="10076" y="16532"/>
                  </a:cubicBezTo>
                  <a:lnTo>
                    <a:pt x="12200" y="21350"/>
                  </a:lnTo>
                  <a:cubicBezTo>
                    <a:pt x="12302" y="21581"/>
                    <a:pt x="12529" y="21729"/>
                    <a:pt x="12782" y="21729"/>
                  </a:cubicBezTo>
                  <a:lnTo>
                    <a:pt x="12785" y="21729"/>
                  </a:lnTo>
                  <a:cubicBezTo>
                    <a:pt x="13039" y="21729"/>
                    <a:pt x="13266" y="21577"/>
                    <a:pt x="13367" y="21346"/>
                  </a:cubicBezTo>
                  <a:lnTo>
                    <a:pt x="14506" y="18702"/>
                  </a:lnTo>
                  <a:lnTo>
                    <a:pt x="17232" y="19628"/>
                  </a:lnTo>
                  <a:cubicBezTo>
                    <a:pt x="17299" y="19651"/>
                    <a:pt x="17368" y="19662"/>
                    <a:pt x="17437" y="19662"/>
                  </a:cubicBezTo>
                  <a:cubicBezTo>
                    <a:pt x="17612" y="19662"/>
                    <a:pt x="17784" y="19589"/>
                    <a:pt x="17906" y="19455"/>
                  </a:cubicBezTo>
                  <a:cubicBezTo>
                    <a:pt x="18076" y="19269"/>
                    <a:pt x="18121" y="19000"/>
                    <a:pt x="18019" y="18768"/>
                  </a:cubicBezTo>
                  <a:lnTo>
                    <a:pt x="15628" y="13349"/>
                  </a:lnTo>
                  <a:cubicBezTo>
                    <a:pt x="16738" y="11908"/>
                    <a:pt x="17339" y="10139"/>
                    <a:pt x="17338" y="8318"/>
                  </a:cubicBezTo>
                  <a:cubicBezTo>
                    <a:pt x="17338" y="3732"/>
                    <a:pt x="13625" y="0"/>
                    <a:pt x="90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290;p144">
              <a:extLst>
                <a:ext uri="{FF2B5EF4-FFF2-40B4-BE49-F238E27FC236}">
                  <a16:creationId xmlns:a16="http://schemas.microsoft.com/office/drawing/2014/main" id="{0D5D9739-02DF-5914-00C0-D22FB6E84F1D}"/>
                </a:ext>
              </a:extLst>
            </p:cNvPr>
            <p:cNvSpPr/>
            <p:nvPr/>
          </p:nvSpPr>
          <p:spPr>
            <a:xfrm>
              <a:off x="3477553" y="3425446"/>
              <a:ext cx="142036" cy="132613"/>
            </a:xfrm>
            <a:custGeom>
              <a:avLst/>
              <a:gdLst/>
              <a:ahLst/>
              <a:cxnLst/>
              <a:rect l="l" t="t" r="r" b="b"/>
              <a:pathLst>
                <a:path w="8769" h="8186" extrusionOk="0">
                  <a:moveTo>
                    <a:pt x="4456" y="2077"/>
                  </a:moveTo>
                  <a:lnTo>
                    <a:pt x="5008" y="3194"/>
                  </a:lnTo>
                  <a:cubicBezTo>
                    <a:pt x="5101" y="3381"/>
                    <a:pt x="5279" y="3512"/>
                    <a:pt x="5487" y="3543"/>
                  </a:cubicBezTo>
                  <a:lnTo>
                    <a:pt x="6722" y="3722"/>
                  </a:lnTo>
                  <a:lnTo>
                    <a:pt x="5828" y="4592"/>
                  </a:lnTo>
                  <a:cubicBezTo>
                    <a:pt x="5678" y="4738"/>
                    <a:pt x="5609" y="4948"/>
                    <a:pt x="5645" y="5155"/>
                  </a:cubicBezTo>
                  <a:lnTo>
                    <a:pt x="5855" y="6384"/>
                  </a:lnTo>
                  <a:lnTo>
                    <a:pt x="4753" y="5804"/>
                  </a:lnTo>
                  <a:cubicBezTo>
                    <a:pt x="4659" y="5755"/>
                    <a:pt x="4557" y="5731"/>
                    <a:pt x="4456" y="5731"/>
                  </a:cubicBezTo>
                  <a:cubicBezTo>
                    <a:pt x="4354" y="5731"/>
                    <a:pt x="4252" y="5755"/>
                    <a:pt x="4160" y="5804"/>
                  </a:cubicBezTo>
                  <a:lnTo>
                    <a:pt x="3056" y="6384"/>
                  </a:lnTo>
                  <a:lnTo>
                    <a:pt x="3267" y="5155"/>
                  </a:lnTo>
                  <a:cubicBezTo>
                    <a:pt x="3302" y="4948"/>
                    <a:pt x="3234" y="4738"/>
                    <a:pt x="3084" y="4592"/>
                  </a:cubicBezTo>
                  <a:lnTo>
                    <a:pt x="2191" y="3722"/>
                  </a:lnTo>
                  <a:lnTo>
                    <a:pt x="3424" y="3543"/>
                  </a:lnTo>
                  <a:cubicBezTo>
                    <a:pt x="3632" y="3512"/>
                    <a:pt x="3810" y="3381"/>
                    <a:pt x="3904" y="3194"/>
                  </a:cubicBezTo>
                  <a:lnTo>
                    <a:pt x="4456" y="2077"/>
                  </a:lnTo>
                  <a:close/>
                  <a:moveTo>
                    <a:pt x="4456" y="1"/>
                  </a:moveTo>
                  <a:cubicBezTo>
                    <a:pt x="4229" y="1"/>
                    <a:pt x="4002" y="119"/>
                    <a:pt x="3886" y="355"/>
                  </a:cubicBezTo>
                  <a:lnTo>
                    <a:pt x="2911" y="2329"/>
                  </a:lnTo>
                  <a:lnTo>
                    <a:pt x="731" y="2647"/>
                  </a:lnTo>
                  <a:cubicBezTo>
                    <a:pt x="210" y="2722"/>
                    <a:pt x="1" y="3364"/>
                    <a:pt x="379" y="3732"/>
                  </a:cubicBezTo>
                  <a:lnTo>
                    <a:pt x="1955" y="5270"/>
                  </a:lnTo>
                  <a:lnTo>
                    <a:pt x="1583" y="7440"/>
                  </a:lnTo>
                  <a:cubicBezTo>
                    <a:pt x="1512" y="7851"/>
                    <a:pt x="1839" y="8186"/>
                    <a:pt x="2210" y="8186"/>
                  </a:cubicBezTo>
                  <a:cubicBezTo>
                    <a:pt x="2308" y="8186"/>
                    <a:pt x="2409" y="8162"/>
                    <a:pt x="2507" y="8111"/>
                  </a:cubicBezTo>
                  <a:lnTo>
                    <a:pt x="4456" y="7087"/>
                  </a:lnTo>
                  <a:lnTo>
                    <a:pt x="6404" y="8111"/>
                  </a:lnTo>
                  <a:cubicBezTo>
                    <a:pt x="6502" y="8162"/>
                    <a:pt x="6603" y="8186"/>
                    <a:pt x="6701" y="8186"/>
                  </a:cubicBezTo>
                  <a:cubicBezTo>
                    <a:pt x="7072" y="8186"/>
                    <a:pt x="7399" y="7851"/>
                    <a:pt x="7329" y="7440"/>
                  </a:cubicBezTo>
                  <a:lnTo>
                    <a:pt x="6956" y="5270"/>
                  </a:lnTo>
                  <a:lnTo>
                    <a:pt x="8533" y="3732"/>
                  </a:lnTo>
                  <a:cubicBezTo>
                    <a:pt x="8707" y="3564"/>
                    <a:pt x="8769" y="3310"/>
                    <a:pt x="8693" y="3080"/>
                  </a:cubicBezTo>
                  <a:cubicBezTo>
                    <a:pt x="8619" y="2849"/>
                    <a:pt x="8419" y="2681"/>
                    <a:pt x="8180" y="2647"/>
                  </a:cubicBezTo>
                  <a:lnTo>
                    <a:pt x="6000" y="2329"/>
                  </a:lnTo>
                  <a:lnTo>
                    <a:pt x="5027" y="355"/>
                  </a:lnTo>
                  <a:cubicBezTo>
                    <a:pt x="4909" y="119"/>
                    <a:pt x="4683" y="1"/>
                    <a:pt x="44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14285;p144">
            <a:extLst>
              <a:ext uri="{FF2B5EF4-FFF2-40B4-BE49-F238E27FC236}">
                <a16:creationId xmlns:a16="http://schemas.microsoft.com/office/drawing/2014/main" id="{05A6E8E3-AD0B-9295-C232-5A68A612E37C}"/>
              </a:ext>
            </a:extLst>
          </p:cNvPr>
          <p:cNvGrpSpPr/>
          <p:nvPr/>
        </p:nvGrpSpPr>
        <p:grpSpPr>
          <a:xfrm>
            <a:off x="8328319" y="2874825"/>
            <a:ext cx="250191" cy="280495"/>
            <a:chOff x="3893229" y="3344333"/>
            <a:chExt cx="324436" cy="352042"/>
          </a:xfrm>
          <a:solidFill>
            <a:schemeClr val="bg1"/>
          </a:solidFill>
        </p:grpSpPr>
        <p:sp>
          <p:nvSpPr>
            <p:cNvPr id="24" name="Google Shape;14286;p144">
              <a:extLst>
                <a:ext uri="{FF2B5EF4-FFF2-40B4-BE49-F238E27FC236}">
                  <a16:creationId xmlns:a16="http://schemas.microsoft.com/office/drawing/2014/main" id="{21215743-AD36-B033-8C56-1C6C3C6E6EF3}"/>
                </a:ext>
              </a:extLst>
            </p:cNvPr>
            <p:cNvSpPr/>
            <p:nvPr/>
          </p:nvSpPr>
          <p:spPr>
            <a:xfrm>
              <a:off x="4078820" y="3344333"/>
              <a:ext cx="138845" cy="145103"/>
            </a:xfrm>
            <a:custGeom>
              <a:avLst/>
              <a:gdLst/>
              <a:ahLst/>
              <a:cxnLst/>
              <a:rect l="l" t="t" r="r" b="b"/>
              <a:pathLst>
                <a:path w="8572" h="8957" extrusionOk="0">
                  <a:moveTo>
                    <a:pt x="1275" y="1302"/>
                  </a:moveTo>
                  <a:cubicBezTo>
                    <a:pt x="3751" y="1530"/>
                    <a:pt x="5946" y="3073"/>
                    <a:pt x="7010" y="5334"/>
                  </a:cubicBezTo>
                  <a:lnTo>
                    <a:pt x="1275" y="7412"/>
                  </a:lnTo>
                  <a:lnTo>
                    <a:pt x="1275" y="1302"/>
                  </a:lnTo>
                  <a:close/>
                  <a:moveTo>
                    <a:pt x="637" y="0"/>
                  </a:moveTo>
                  <a:cubicBezTo>
                    <a:pt x="285" y="0"/>
                    <a:pt x="1" y="286"/>
                    <a:pt x="1" y="637"/>
                  </a:cubicBezTo>
                  <a:lnTo>
                    <a:pt x="1" y="8320"/>
                  </a:lnTo>
                  <a:cubicBezTo>
                    <a:pt x="1" y="8683"/>
                    <a:pt x="299" y="8956"/>
                    <a:pt x="637" y="8956"/>
                  </a:cubicBezTo>
                  <a:cubicBezTo>
                    <a:pt x="708" y="8956"/>
                    <a:pt x="782" y="8944"/>
                    <a:pt x="854" y="8918"/>
                  </a:cubicBezTo>
                  <a:lnTo>
                    <a:pt x="856" y="8918"/>
                  </a:lnTo>
                  <a:lnTo>
                    <a:pt x="8070" y="6304"/>
                  </a:lnTo>
                  <a:cubicBezTo>
                    <a:pt x="8401" y="6184"/>
                    <a:pt x="8572" y="5819"/>
                    <a:pt x="8451" y="5488"/>
                  </a:cubicBezTo>
                  <a:cubicBezTo>
                    <a:pt x="7256" y="2206"/>
                    <a:pt x="4116" y="0"/>
                    <a:pt x="6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287;p144">
              <a:extLst>
                <a:ext uri="{FF2B5EF4-FFF2-40B4-BE49-F238E27FC236}">
                  <a16:creationId xmlns:a16="http://schemas.microsoft.com/office/drawing/2014/main" id="{C825E7DD-C775-043D-D0D6-4AC29866E2EF}"/>
                </a:ext>
              </a:extLst>
            </p:cNvPr>
            <p:cNvSpPr/>
            <p:nvPr/>
          </p:nvSpPr>
          <p:spPr>
            <a:xfrm>
              <a:off x="3893229" y="3427520"/>
              <a:ext cx="268133" cy="268855"/>
            </a:xfrm>
            <a:custGeom>
              <a:avLst/>
              <a:gdLst/>
              <a:ahLst/>
              <a:cxnLst/>
              <a:rect l="l" t="t" r="r" b="b"/>
              <a:pathLst>
                <a:path w="16554" h="16596" extrusionOk="0">
                  <a:moveTo>
                    <a:pt x="7640" y="1303"/>
                  </a:moveTo>
                  <a:lnTo>
                    <a:pt x="7640" y="8278"/>
                  </a:lnTo>
                  <a:cubicBezTo>
                    <a:pt x="7640" y="8641"/>
                    <a:pt x="7939" y="8915"/>
                    <a:pt x="8277" y="8915"/>
                  </a:cubicBezTo>
                  <a:cubicBezTo>
                    <a:pt x="8349" y="8915"/>
                    <a:pt x="8422" y="8902"/>
                    <a:pt x="8495" y="8876"/>
                  </a:cubicBezTo>
                  <a:lnTo>
                    <a:pt x="15050" y="6490"/>
                  </a:lnTo>
                  <a:cubicBezTo>
                    <a:pt x="15202" y="7072"/>
                    <a:pt x="15281" y="7674"/>
                    <a:pt x="15279" y="8278"/>
                  </a:cubicBezTo>
                  <a:cubicBezTo>
                    <a:pt x="15279" y="12162"/>
                    <a:pt x="12138" y="15323"/>
                    <a:pt x="8277" y="15323"/>
                  </a:cubicBezTo>
                  <a:cubicBezTo>
                    <a:pt x="4415" y="15323"/>
                    <a:pt x="1274" y="12162"/>
                    <a:pt x="1274" y="8278"/>
                  </a:cubicBezTo>
                  <a:cubicBezTo>
                    <a:pt x="1274" y="4631"/>
                    <a:pt x="4075" y="1626"/>
                    <a:pt x="7640" y="1303"/>
                  </a:cubicBezTo>
                  <a:close/>
                  <a:moveTo>
                    <a:pt x="8277" y="1"/>
                  </a:moveTo>
                  <a:cubicBezTo>
                    <a:pt x="3713" y="1"/>
                    <a:pt x="1" y="3714"/>
                    <a:pt x="1" y="8278"/>
                  </a:cubicBezTo>
                  <a:cubicBezTo>
                    <a:pt x="1" y="12864"/>
                    <a:pt x="3713" y="16596"/>
                    <a:pt x="8277" y="16596"/>
                  </a:cubicBezTo>
                  <a:cubicBezTo>
                    <a:pt x="12840" y="16596"/>
                    <a:pt x="16552" y="12864"/>
                    <a:pt x="16552" y="8278"/>
                  </a:cubicBezTo>
                  <a:cubicBezTo>
                    <a:pt x="16553" y="7312"/>
                    <a:pt x="16387" y="6354"/>
                    <a:pt x="16056" y="5446"/>
                  </a:cubicBezTo>
                  <a:cubicBezTo>
                    <a:pt x="15962" y="5187"/>
                    <a:pt x="15718" y="5026"/>
                    <a:pt x="15458" y="5026"/>
                  </a:cubicBezTo>
                  <a:cubicBezTo>
                    <a:pt x="15386" y="5026"/>
                    <a:pt x="15312" y="5039"/>
                    <a:pt x="15241" y="5065"/>
                  </a:cubicBezTo>
                  <a:lnTo>
                    <a:pt x="8914" y="7369"/>
                  </a:lnTo>
                  <a:lnTo>
                    <a:pt x="8914" y="637"/>
                  </a:lnTo>
                  <a:cubicBezTo>
                    <a:pt x="8914" y="287"/>
                    <a:pt x="8629" y="1"/>
                    <a:pt x="82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14396;p144">
            <a:extLst>
              <a:ext uri="{FF2B5EF4-FFF2-40B4-BE49-F238E27FC236}">
                <a16:creationId xmlns:a16="http://schemas.microsoft.com/office/drawing/2014/main" id="{536896D1-9F16-3C89-EC12-67E72F762A22}"/>
              </a:ext>
            </a:extLst>
          </p:cNvPr>
          <p:cNvGrpSpPr/>
          <p:nvPr/>
        </p:nvGrpSpPr>
        <p:grpSpPr>
          <a:xfrm>
            <a:off x="7490428" y="3605250"/>
            <a:ext cx="345457" cy="263187"/>
            <a:chOff x="986637" y="2327297"/>
            <a:chExt cx="352004" cy="268175"/>
          </a:xfrm>
          <a:solidFill>
            <a:schemeClr val="bg1"/>
          </a:solidFill>
        </p:grpSpPr>
        <p:sp>
          <p:nvSpPr>
            <p:cNvPr id="27" name="Google Shape;14397;p144">
              <a:extLst>
                <a:ext uri="{FF2B5EF4-FFF2-40B4-BE49-F238E27FC236}">
                  <a16:creationId xmlns:a16="http://schemas.microsoft.com/office/drawing/2014/main" id="{6831CAFD-1279-0F7F-5DEC-A17026DC92C4}"/>
                </a:ext>
              </a:extLst>
            </p:cNvPr>
            <p:cNvSpPr/>
            <p:nvPr/>
          </p:nvSpPr>
          <p:spPr>
            <a:xfrm>
              <a:off x="1069130" y="2471671"/>
              <a:ext cx="125142" cy="61900"/>
            </a:xfrm>
            <a:custGeom>
              <a:avLst/>
              <a:gdLst/>
              <a:ahLst/>
              <a:cxnLst/>
              <a:rect l="l" t="t" r="r" b="b"/>
              <a:pathLst>
                <a:path w="7726" h="3821" extrusionOk="0">
                  <a:moveTo>
                    <a:pt x="6452" y="1273"/>
                  </a:moveTo>
                  <a:lnTo>
                    <a:pt x="6452" y="2547"/>
                  </a:lnTo>
                  <a:lnTo>
                    <a:pt x="1275" y="2547"/>
                  </a:lnTo>
                  <a:lnTo>
                    <a:pt x="1275" y="1273"/>
                  </a:lnTo>
                  <a:close/>
                  <a:moveTo>
                    <a:pt x="639" y="0"/>
                  </a:moveTo>
                  <a:cubicBezTo>
                    <a:pt x="287" y="0"/>
                    <a:pt x="1" y="285"/>
                    <a:pt x="1" y="637"/>
                  </a:cubicBezTo>
                  <a:lnTo>
                    <a:pt x="1" y="3184"/>
                  </a:lnTo>
                  <a:cubicBezTo>
                    <a:pt x="1" y="3536"/>
                    <a:pt x="287" y="3820"/>
                    <a:pt x="639" y="3820"/>
                  </a:cubicBezTo>
                  <a:lnTo>
                    <a:pt x="7089" y="3820"/>
                  </a:lnTo>
                  <a:cubicBezTo>
                    <a:pt x="7440" y="3820"/>
                    <a:pt x="7726" y="3536"/>
                    <a:pt x="7726" y="3184"/>
                  </a:cubicBezTo>
                  <a:lnTo>
                    <a:pt x="7726" y="637"/>
                  </a:lnTo>
                  <a:cubicBezTo>
                    <a:pt x="7726" y="285"/>
                    <a:pt x="7440" y="0"/>
                    <a:pt x="70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398;p144">
              <a:extLst>
                <a:ext uri="{FF2B5EF4-FFF2-40B4-BE49-F238E27FC236}">
                  <a16:creationId xmlns:a16="http://schemas.microsoft.com/office/drawing/2014/main" id="{B21318C9-FDAF-E00B-9524-17492143CAD0}"/>
                </a:ext>
              </a:extLst>
            </p:cNvPr>
            <p:cNvSpPr/>
            <p:nvPr/>
          </p:nvSpPr>
          <p:spPr>
            <a:xfrm>
              <a:off x="986637" y="2327297"/>
              <a:ext cx="352004" cy="268175"/>
            </a:xfrm>
            <a:custGeom>
              <a:avLst/>
              <a:gdLst/>
              <a:ahLst/>
              <a:cxnLst/>
              <a:rect l="l" t="t" r="r" b="b"/>
              <a:pathLst>
                <a:path w="21732" h="16554" extrusionOk="0">
                  <a:moveTo>
                    <a:pt x="19822" y="1274"/>
                  </a:moveTo>
                  <a:cubicBezTo>
                    <a:pt x="20080" y="1274"/>
                    <a:pt x="20311" y="1429"/>
                    <a:pt x="20409" y="1667"/>
                  </a:cubicBezTo>
                  <a:cubicBezTo>
                    <a:pt x="20508" y="1904"/>
                    <a:pt x="20454" y="2178"/>
                    <a:pt x="20272" y="2361"/>
                  </a:cubicBezTo>
                  <a:cubicBezTo>
                    <a:pt x="20150" y="2482"/>
                    <a:pt x="19987" y="2547"/>
                    <a:pt x="19822" y="2547"/>
                  </a:cubicBezTo>
                  <a:cubicBezTo>
                    <a:pt x="19740" y="2547"/>
                    <a:pt x="19657" y="2531"/>
                    <a:pt x="19578" y="2498"/>
                  </a:cubicBezTo>
                  <a:cubicBezTo>
                    <a:pt x="19340" y="2400"/>
                    <a:pt x="19185" y="2168"/>
                    <a:pt x="19185" y="1911"/>
                  </a:cubicBezTo>
                  <a:cubicBezTo>
                    <a:pt x="19185" y="1559"/>
                    <a:pt x="19470" y="1274"/>
                    <a:pt x="19822" y="1274"/>
                  </a:cubicBezTo>
                  <a:close/>
                  <a:moveTo>
                    <a:pt x="11546" y="2547"/>
                  </a:moveTo>
                  <a:lnTo>
                    <a:pt x="11546" y="5095"/>
                  </a:lnTo>
                  <a:lnTo>
                    <a:pt x="4374" y="5095"/>
                  </a:lnTo>
                  <a:lnTo>
                    <a:pt x="6072" y="2547"/>
                  </a:lnTo>
                  <a:close/>
                  <a:moveTo>
                    <a:pt x="16638" y="8913"/>
                  </a:moveTo>
                  <a:lnTo>
                    <a:pt x="16638" y="12734"/>
                  </a:lnTo>
                  <a:lnTo>
                    <a:pt x="15365" y="12734"/>
                  </a:lnTo>
                  <a:lnTo>
                    <a:pt x="15365" y="8913"/>
                  </a:lnTo>
                  <a:close/>
                  <a:moveTo>
                    <a:pt x="20458" y="6921"/>
                  </a:moveTo>
                  <a:lnTo>
                    <a:pt x="20458" y="14728"/>
                  </a:lnTo>
                  <a:lnTo>
                    <a:pt x="17912" y="13030"/>
                  </a:lnTo>
                  <a:lnTo>
                    <a:pt x="17912" y="8618"/>
                  </a:lnTo>
                  <a:lnTo>
                    <a:pt x="20458" y="6921"/>
                  </a:lnTo>
                  <a:close/>
                  <a:moveTo>
                    <a:pt x="1275" y="6366"/>
                  </a:moveTo>
                  <a:lnTo>
                    <a:pt x="14092" y="6368"/>
                  </a:lnTo>
                  <a:lnTo>
                    <a:pt x="14092" y="15280"/>
                  </a:lnTo>
                  <a:lnTo>
                    <a:pt x="1275" y="15280"/>
                  </a:lnTo>
                  <a:lnTo>
                    <a:pt x="1275" y="6366"/>
                  </a:lnTo>
                  <a:close/>
                  <a:moveTo>
                    <a:pt x="19821" y="0"/>
                  </a:moveTo>
                  <a:cubicBezTo>
                    <a:pt x="19024" y="0"/>
                    <a:pt x="18295" y="501"/>
                    <a:pt x="18021" y="1274"/>
                  </a:cubicBezTo>
                  <a:lnTo>
                    <a:pt x="16001" y="1274"/>
                  </a:lnTo>
                  <a:cubicBezTo>
                    <a:pt x="15833" y="1274"/>
                    <a:pt x="15671" y="1340"/>
                    <a:pt x="15551" y="1461"/>
                  </a:cubicBezTo>
                  <a:lnTo>
                    <a:pt x="12819" y="4193"/>
                  </a:lnTo>
                  <a:lnTo>
                    <a:pt x="12819" y="1911"/>
                  </a:lnTo>
                  <a:cubicBezTo>
                    <a:pt x="12819" y="1559"/>
                    <a:pt x="12533" y="1274"/>
                    <a:pt x="12182" y="1274"/>
                  </a:cubicBezTo>
                  <a:lnTo>
                    <a:pt x="5732" y="1274"/>
                  </a:lnTo>
                  <a:cubicBezTo>
                    <a:pt x="5519" y="1274"/>
                    <a:pt x="5320" y="1380"/>
                    <a:pt x="5202" y="1558"/>
                  </a:cubicBezTo>
                  <a:lnTo>
                    <a:pt x="2844" y="5093"/>
                  </a:lnTo>
                  <a:lnTo>
                    <a:pt x="638" y="5093"/>
                  </a:lnTo>
                  <a:cubicBezTo>
                    <a:pt x="286" y="5093"/>
                    <a:pt x="1" y="5378"/>
                    <a:pt x="2" y="5730"/>
                  </a:cubicBezTo>
                  <a:lnTo>
                    <a:pt x="2" y="15916"/>
                  </a:lnTo>
                  <a:cubicBezTo>
                    <a:pt x="1" y="16267"/>
                    <a:pt x="286" y="16553"/>
                    <a:pt x="638" y="16553"/>
                  </a:cubicBezTo>
                  <a:lnTo>
                    <a:pt x="14728" y="16553"/>
                  </a:lnTo>
                  <a:cubicBezTo>
                    <a:pt x="15080" y="16553"/>
                    <a:pt x="15365" y="16267"/>
                    <a:pt x="15365" y="15916"/>
                  </a:cubicBezTo>
                  <a:lnTo>
                    <a:pt x="15365" y="14005"/>
                  </a:lnTo>
                  <a:lnTo>
                    <a:pt x="17082" y="14005"/>
                  </a:lnTo>
                  <a:lnTo>
                    <a:pt x="20741" y="16445"/>
                  </a:lnTo>
                  <a:cubicBezTo>
                    <a:pt x="20853" y="16520"/>
                    <a:pt x="20974" y="16553"/>
                    <a:pt x="21093" y="16553"/>
                  </a:cubicBezTo>
                  <a:cubicBezTo>
                    <a:pt x="21424" y="16553"/>
                    <a:pt x="21731" y="16290"/>
                    <a:pt x="21731" y="15916"/>
                  </a:cubicBezTo>
                  <a:lnTo>
                    <a:pt x="21731" y="5730"/>
                  </a:lnTo>
                  <a:cubicBezTo>
                    <a:pt x="21731" y="5355"/>
                    <a:pt x="21424" y="5092"/>
                    <a:pt x="21093" y="5092"/>
                  </a:cubicBezTo>
                  <a:cubicBezTo>
                    <a:pt x="20974" y="5092"/>
                    <a:pt x="20853" y="5126"/>
                    <a:pt x="20741" y="5200"/>
                  </a:cubicBezTo>
                  <a:lnTo>
                    <a:pt x="17082" y="7640"/>
                  </a:lnTo>
                  <a:lnTo>
                    <a:pt x="15365" y="7640"/>
                  </a:lnTo>
                  <a:lnTo>
                    <a:pt x="15365" y="5730"/>
                  </a:lnTo>
                  <a:cubicBezTo>
                    <a:pt x="15365" y="5378"/>
                    <a:pt x="15080" y="5093"/>
                    <a:pt x="14728" y="5093"/>
                  </a:cubicBezTo>
                  <a:lnTo>
                    <a:pt x="13720" y="5093"/>
                  </a:lnTo>
                  <a:lnTo>
                    <a:pt x="16266" y="2546"/>
                  </a:lnTo>
                  <a:lnTo>
                    <a:pt x="18021" y="2547"/>
                  </a:lnTo>
                  <a:cubicBezTo>
                    <a:pt x="18295" y="3320"/>
                    <a:pt x="19024" y="3820"/>
                    <a:pt x="19820" y="3820"/>
                  </a:cubicBezTo>
                  <a:cubicBezTo>
                    <a:pt x="19927" y="3820"/>
                    <a:pt x="20036" y="3811"/>
                    <a:pt x="20144" y="3792"/>
                  </a:cubicBezTo>
                  <a:cubicBezTo>
                    <a:pt x="21062" y="3635"/>
                    <a:pt x="21731" y="2841"/>
                    <a:pt x="21731" y="1911"/>
                  </a:cubicBezTo>
                  <a:cubicBezTo>
                    <a:pt x="21731" y="981"/>
                    <a:pt x="21062" y="185"/>
                    <a:pt x="20144" y="28"/>
                  </a:cubicBezTo>
                  <a:cubicBezTo>
                    <a:pt x="20036" y="9"/>
                    <a:pt x="19928" y="0"/>
                    <a:pt x="198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399;p144">
              <a:extLst>
                <a:ext uri="{FF2B5EF4-FFF2-40B4-BE49-F238E27FC236}">
                  <a16:creationId xmlns:a16="http://schemas.microsoft.com/office/drawing/2014/main" id="{5BED0995-D1CF-ECA4-61C7-C48A252B960F}"/>
                </a:ext>
              </a:extLst>
            </p:cNvPr>
            <p:cNvSpPr/>
            <p:nvPr/>
          </p:nvSpPr>
          <p:spPr>
            <a:xfrm>
              <a:off x="1027082" y="2512932"/>
              <a:ext cx="21478" cy="20639"/>
            </a:xfrm>
            <a:custGeom>
              <a:avLst/>
              <a:gdLst/>
              <a:ahLst/>
              <a:cxnLst/>
              <a:rect l="l" t="t" r="r" b="b"/>
              <a:pathLst>
                <a:path w="1326" h="1274" extrusionOk="0">
                  <a:moveTo>
                    <a:pt x="687" y="0"/>
                  </a:moveTo>
                  <a:cubicBezTo>
                    <a:pt x="431" y="0"/>
                    <a:pt x="198" y="155"/>
                    <a:pt x="100" y="393"/>
                  </a:cubicBezTo>
                  <a:cubicBezTo>
                    <a:pt x="1" y="632"/>
                    <a:pt x="56" y="905"/>
                    <a:pt x="237" y="1087"/>
                  </a:cubicBezTo>
                  <a:cubicBezTo>
                    <a:pt x="359" y="1209"/>
                    <a:pt x="522" y="1273"/>
                    <a:pt x="687" y="1273"/>
                  </a:cubicBezTo>
                  <a:cubicBezTo>
                    <a:pt x="769" y="1273"/>
                    <a:pt x="852" y="1257"/>
                    <a:pt x="931" y="1224"/>
                  </a:cubicBezTo>
                  <a:cubicBezTo>
                    <a:pt x="1169" y="1126"/>
                    <a:pt x="1325" y="895"/>
                    <a:pt x="1325" y="637"/>
                  </a:cubicBezTo>
                  <a:cubicBezTo>
                    <a:pt x="1325" y="285"/>
                    <a:pt x="1039" y="0"/>
                    <a:pt x="6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400;p144">
              <a:extLst>
                <a:ext uri="{FF2B5EF4-FFF2-40B4-BE49-F238E27FC236}">
                  <a16:creationId xmlns:a16="http://schemas.microsoft.com/office/drawing/2014/main" id="{1015ECC9-62A3-95EC-913A-163404450366}"/>
                </a:ext>
              </a:extLst>
            </p:cNvPr>
            <p:cNvSpPr/>
            <p:nvPr/>
          </p:nvSpPr>
          <p:spPr>
            <a:xfrm>
              <a:off x="1027082" y="2471687"/>
              <a:ext cx="21478" cy="20639"/>
            </a:xfrm>
            <a:custGeom>
              <a:avLst/>
              <a:gdLst/>
              <a:ahLst/>
              <a:cxnLst/>
              <a:rect l="l" t="t" r="r" b="b"/>
              <a:pathLst>
                <a:path w="1326" h="1274" extrusionOk="0">
                  <a:moveTo>
                    <a:pt x="690" y="0"/>
                  </a:moveTo>
                  <a:cubicBezTo>
                    <a:pt x="689" y="0"/>
                    <a:pt x="688" y="0"/>
                    <a:pt x="687" y="0"/>
                  </a:cubicBezTo>
                  <a:cubicBezTo>
                    <a:pt x="431" y="0"/>
                    <a:pt x="198" y="155"/>
                    <a:pt x="100" y="393"/>
                  </a:cubicBezTo>
                  <a:cubicBezTo>
                    <a:pt x="1" y="630"/>
                    <a:pt x="56" y="904"/>
                    <a:pt x="237" y="1087"/>
                  </a:cubicBezTo>
                  <a:cubicBezTo>
                    <a:pt x="360" y="1208"/>
                    <a:pt x="523" y="1273"/>
                    <a:pt x="688" y="1273"/>
                  </a:cubicBezTo>
                  <a:cubicBezTo>
                    <a:pt x="770" y="1273"/>
                    <a:pt x="853" y="1257"/>
                    <a:pt x="931" y="1224"/>
                  </a:cubicBezTo>
                  <a:cubicBezTo>
                    <a:pt x="1169" y="1127"/>
                    <a:pt x="1325" y="894"/>
                    <a:pt x="1325" y="637"/>
                  </a:cubicBezTo>
                  <a:cubicBezTo>
                    <a:pt x="1325" y="286"/>
                    <a:pt x="1041" y="0"/>
                    <a:pt x="6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14389;p144">
            <a:extLst>
              <a:ext uri="{FF2B5EF4-FFF2-40B4-BE49-F238E27FC236}">
                <a16:creationId xmlns:a16="http://schemas.microsoft.com/office/drawing/2014/main" id="{10CC53B6-0C51-28DD-2A8F-9035AE2E1C7F}"/>
              </a:ext>
            </a:extLst>
          </p:cNvPr>
          <p:cNvSpPr/>
          <p:nvPr/>
        </p:nvSpPr>
        <p:spPr>
          <a:xfrm>
            <a:off x="6788776" y="4443071"/>
            <a:ext cx="215689" cy="220449"/>
          </a:xfrm>
          <a:custGeom>
            <a:avLst/>
            <a:gdLst/>
            <a:ahLst/>
            <a:cxnLst/>
            <a:rect l="l" t="t" r="r" b="b"/>
            <a:pathLst>
              <a:path w="22727" h="21731" extrusionOk="0">
                <a:moveTo>
                  <a:pt x="17109" y="3846"/>
                </a:moveTo>
                <a:cubicBezTo>
                  <a:pt x="17435" y="3846"/>
                  <a:pt x="17761" y="3971"/>
                  <a:pt x="18009" y="4219"/>
                </a:cubicBezTo>
                <a:cubicBezTo>
                  <a:pt x="18496" y="4706"/>
                  <a:pt x="18508" y="5493"/>
                  <a:pt x="18035" y="5993"/>
                </a:cubicBezTo>
                <a:lnTo>
                  <a:pt x="14406" y="9623"/>
                </a:lnTo>
                <a:cubicBezTo>
                  <a:pt x="13966" y="8882"/>
                  <a:pt x="13346" y="8263"/>
                  <a:pt x="12605" y="7822"/>
                </a:cubicBezTo>
                <a:lnTo>
                  <a:pt x="16235" y="4194"/>
                </a:lnTo>
                <a:cubicBezTo>
                  <a:pt x="16480" y="3962"/>
                  <a:pt x="16795" y="3846"/>
                  <a:pt x="17109" y="3846"/>
                </a:cubicBezTo>
                <a:close/>
                <a:moveTo>
                  <a:pt x="17135" y="1273"/>
                </a:moveTo>
                <a:cubicBezTo>
                  <a:pt x="18112" y="1273"/>
                  <a:pt x="19089" y="1646"/>
                  <a:pt x="19836" y="2393"/>
                </a:cubicBezTo>
                <a:cubicBezTo>
                  <a:pt x="21328" y="3886"/>
                  <a:pt x="21328" y="6300"/>
                  <a:pt x="19836" y="7793"/>
                </a:cubicBezTo>
                <a:lnTo>
                  <a:pt x="19836" y="7794"/>
                </a:lnTo>
                <a:lnTo>
                  <a:pt x="15420" y="12210"/>
                </a:lnTo>
                <a:cubicBezTo>
                  <a:pt x="14676" y="12954"/>
                  <a:pt x="13697" y="13327"/>
                  <a:pt x="12719" y="13327"/>
                </a:cubicBezTo>
                <a:cubicBezTo>
                  <a:pt x="11741" y="13327"/>
                  <a:pt x="10763" y="12954"/>
                  <a:pt x="10018" y="12210"/>
                </a:cubicBezTo>
                <a:cubicBezTo>
                  <a:pt x="9715" y="11908"/>
                  <a:pt x="9465" y="11558"/>
                  <a:pt x="9280" y="11174"/>
                </a:cubicBezTo>
                <a:cubicBezTo>
                  <a:pt x="9502" y="11015"/>
                  <a:pt x="9761" y="10937"/>
                  <a:pt x="10018" y="10937"/>
                </a:cubicBezTo>
                <a:cubicBezTo>
                  <a:pt x="10346" y="10937"/>
                  <a:pt x="10672" y="11064"/>
                  <a:pt x="10918" y="11310"/>
                </a:cubicBezTo>
                <a:cubicBezTo>
                  <a:pt x="11414" y="11806"/>
                  <a:pt x="12066" y="12055"/>
                  <a:pt x="12719" y="12055"/>
                </a:cubicBezTo>
                <a:cubicBezTo>
                  <a:pt x="13371" y="12055"/>
                  <a:pt x="14023" y="11806"/>
                  <a:pt x="14520" y="11310"/>
                </a:cubicBezTo>
                <a:lnTo>
                  <a:pt x="18936" y="6893"/>
                </a:lnTo>
                <a:cubicBezTo>
                  <a:pt x="19920" y="5897"/>
                  <a:pt x="19915" y="4293"/>
                  <a:pt x="18925" y="3303"/>
                </a:cubicBezTo>
                <a:cubicBezTo>
                  <a:pt x="18428" y="2806"/>
                  <a:pt x="17777" y="2558"/>
                  <a:pt x="17125" y="2558"/>
                </a:cubicBezTo>
                <a:cubicBezTo>
                  <a:pt x="16478" y="2558"/>
                  <a:pt x="15831" y="2802"/>
                  <a:pt x="15335" y="3293"/>
                </a:cubicBezTo>
                <a:lnTo>
                  <a:pt x="11338" y="7289"/>
                </a:lnTo>
                <a:cubicBezTo>
                  <a:pt x="10905" y="7175"/>
                  <a:pt x="10460" y="7117"/>
                  <a:pt x="10013" y="7117"/>
                </a:cubicBezTo>
                <a:cubicBezTo>
                  <a:pt x="9920" y="7117"/>
                  <a:pt x="9827" y="7120"/>
                  <a:pt x="9734" y="7125"/>
                </a:cubicBezTo>
                <a:cubicBezTo>
                  <a:pt x="9823" y="7015"/>
                  <a:pt x="9918" y="6909"/>
                  <a:pt x="10018" y="6809"/>
                </a:cubicBezTo>
                <a:lnTo>
                  <a:pt x="14434" y="2393"/>
                </a:lnTo>
                <a:cubicBezTo>
                  <a:pt x="15181" y="1646"/>
                  <a:pt x="16158" y="1273"/>
                  <a:pt x="17135" y="1273"/>
                </a:cubicBezTo>
                <a:close/>
                <a:moveTo>
                  <a:pt x="8330" y="12098"/>
                </a:moveTo>
                <a:cubicBezTo>
                  <a:pt x="8548" y="12467"/>
                  <a:pt x="8813" y="12808"/>
                  <a:pt x="9117" y="13111"/>
                </a:cubicBezTo>
                <a:cubicBezTo>
                  <a:pt x="9422" y="13414"/>
                  <a:pt x="9762" y="13679"/>
                  <a:pt x="10131" y="13899"/>
                </a:cubicBezTo>
                <a:lnTo>
                  <a:pt x="6492" y="17537"/>
                </a:lnTo>
                <a:cubicBezTo>
                  <a:pt x="6246" y="17769"/>
                  <a:pt x="5932" y="17885"/>
                  <a:pt x="5618" y="17885"/>
                </a:cubicBezTo>
                <a:cubicBezTo>
                  <a:pt x="5291" y="17885"/>
                  <a:pt x="4966" y="17760"/>
                  <a:pt x="4717" y="17511"/>
                </a:cubicBezTo>
                <a:cubicBezTo>
                  <a:pt x="4229" y="17024"/>
                  <a:pt x="4219" y="16238"/>
                  <a:pt x="4691" y="15737"/>
                </a:cubicBezTo>
                <a:lnTo>
                  <a:pt x="8330" y="12098"/>
                </a:lnTo>
                <a:close/>
                <a:moveTo>
                  <a:pt x="10018" y="8394"/>
                </a:moveTo>
                <a:cubicBezTo>
                  <a:pt x="10996" y="8394"/>
                  <a:pt x="11973" y="8766"/>
                  <a:pt x="12718" y="9511"/>
                </a:cubicBezTo>
                <a:cubicBezTo>
                  <a:pt x="13021" y="9812"/>
                  <a:pt x="13271" y="10162"/>
                  <a:pt x="13457" y="10547"/>
                </a:cubicBezTo>
                <a:cubicBezTo>
                  <a:pt x="13235" y="10705"/>
                  <a:pt x="12976" y="10783"/>
                  <a:pt x="12719" y="10783"/>
                </a:cubicBezTo>
                <a:cubicBezTo>
                  <a:pt x="12391" y="10783"/>
                  <a:pt x="12065" y="10657"/>
                  <a:pt x="11818" y="10410"/>
                </a:cubicBezTo>
                <a:cubicBezTo>
                  <a:pt x="11322" y="9914"/>
                  <a:pt x="10670" y="9666"/>
                  <a:pt x="10018" y="9666"/>
                </a:cubicBezTo>
                <a:cubicBezTo>
                  <a:pt x="9366" y="9666"/>
                  <a:pt x="8714" y="9914"/>
                  <a:pt x="8217" y="10410"/>
                </a:cubicBezTo>
                <a:lnTo>
                  <a:pt x="3791" y="14837"/>
                </a:lnTo>
                <a:cubicBezTo>
                  <a:pt x="2797" y="15831"/>
                  <a:pt x="2797" y="17442"/>
                  <a:pt x="3791" y="18437"/>
                </a:cubicBezTo>
                <a:cubicBezTo>
                  <a:pt x="4289" y="18934"/>
                  <a:pt x="4940" y="19183"/>
                  <a:pt x="5592" y="19183"/>
                </a:cubicBezTo>
                <a:cubicBezTo>
                  <a:pt x="6243" y="19183"/>
                  <a:pt x="6895" y="18934"/>
                  <a:pt x="7392" y="18437"/>
                </a:cubicBezTo>
                <a:lnTo>
                  <a:pt x="11399" y="14431"/>
                </a:lnTo>
                <a:cubicBezTo>
                  <a:pt x="11828" y="14545"/>
                  <a:pt x="12272" y="14603"/>
                  <a:pt x="12716" y="14603"/>
                </a:cubicBezTo>
                <a:cubicBezTo>
                  <a:pt x="12812" y="14603"/>
                  <a:pt x="12908" y="14600"/>
                  <a:pt x="13004" y="14595"/>
                </a:cubicBezTo>
                <a:lnTo>
                  <a:pt x="13004" y="14595"/>
                </a:lnTo>
                <a:cubicBezTo>
                  <a:pt x="12915" y="14706"/>
                  <a:pt x="12820" y="14812"/>
                  <a:pt x="12719" y="14912"/>
                </a:cubicBezTo>
                <a:lnTo>
                  <a:pt x="12718" y="14912"/>
                </a:lnTo>
                <a:lnTo>
                  <a:pt x="8293" y="19337"/>
                </a:lnTo>
                <a:cubicBezTo>
                  <a:pt x="7546" y="20084"/>
                  <a:pt x="6569" y="20457"/>
                  <a:pt x="5591" y="20457"/>
                </a:cubicBezTo>
                <a:cubicBezTo>
                  <a:pt x="4614" y="20457"/>
                  <a:pt x="3637" y="20084"/>
                  <a:pt x="2891" y="19337"/>
                </a:cubicBezTo>
                <a:cubicBezTo>
                  <a:pt x="1399" y="17844"/>
                  <a:pt x="1399" y="15430"/>
                  <a:pt x="2891" y="13936"/>
                </a:cubicBezTo>
                <a:lnTo>
                  <a:pt x="7318" y="9511"/>
                </a:lnTo>
                <a:cubicBezTo>
                  <a:pt x="8062" y="8766"/>
                  <a:pt x="9040" y="8394"/>
                  <a:pt x="10018" y="8394"/>
                </a:cubicBezTo>
                <a:close/>
                <a:moveTo>
                  <a:pt x="17135" y="0"/>
                </a:moveTo>
                <a:cubicBezTo>
                  <a:pt x="15832" y="0"/>
                  <a:pt x="14529" y="498"/>
                  <a:pt x="13534" y="1493"/>
                </a:cubicBezTo>
                <a:lnTo>
                  <a:pt x="9117" y="5909"/>
                </a:lnTo>
                <a:cubicBezTo>
                  <a:pt x="8654" y="6371"/>
                  <a:pt x="8285" y="6917"/>
                  <a:pt x="8031" y="7520"/>
                </a:cubicBezTo>
                <a:cubicBezTo>
                  <a:pt x="7427" y="7776"/>
                  <a:pt x="6880" y="8146"/>
                  <a:pt x="6418" y="8610"/>
                </a:cubicBezTo>
                <a:lnTo>
                  <a:pt x="1992" y="13036"/>
                </a:lnTo>
                <a:cubicBezTo>
                  <a:pt x="1" y="15026"/>
                  <a:pt x="0" y="18248"/>
                  <a:pt x="1992" y="20238"/>
                </a:cubicBezTo>
                <a:cubicBezTo>
                  <a:pt x="2987" y="21233"/>
                  <a:pt x="4289" y="21731"/>
                  <a:pt x="5592" y="21731"/>
                </a:cubicBezTo>
                <a:cubicBezTo>
                  <a:pt x="6895" y="21731"/>
                  <a:pt x="8198" y="21233"/>
                  <a:pt x="9193" y="20238"/>
                </a:cubicBezTo>
                <a:lnTo>
                  <a:pt x="13619" y="15812"/>
                </a:lnTo>
                <a:cubicBezTo>
                  <a:pt x="14082" y="15350"/>
                  <a:pt x="14451" y="14804"/>
                  <a:pt x="14707" y="14202"/>
                </a:cubicBezTo>
                <a:cubicBezTo>
                  <a:pt x="15310" y="13945"/>
                  <a:pt x="15858" y="13574"/>
                  <a:pt x="16320" y="13111"/>
                </a:cubicBezTo>
                <a:lnTo>
                  <a:pt x="20737" y="8696"/>
                </a:lnTo>
                <a:cubicBezTo>
                  <a:pt x="22727" y="6705"/>
                  <a:pt x="22727" y="3483"/>
                  <a:pt x="20737" y="1493"/>
                </a:cubicBezTo>
                <a:cubicBezTo>
                  <a:pt x="19741" y="498"/>
                  <a:pt x="18438" y="0"/>
                  <a:pt x="171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4"/>
          <p:cNvSpPr/>
          <p:nvPr/>
        </p:nvSpPr>
        <p:spPr>
          <a:xfrm>
            <a:off x="1426038" y="784050"/>
            <a:ext cx="6291900" cy="3575400"/>
          </a:xfrm>
          <a:prstGeom prst="snip2DiagRect">
            <a:avLst>
              <a:gd name="adj1" fmla="val 0"/>
              <a:gd name="adj2" fmla="val 2224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7" name="Google Shape;697;p64"/>
          <p:cNvGrpSpPr/>
          <p:nvPr/>
        </p:nvGrpSpPr>
        <p:grpSpPr>
          <a:xfrm>
            <a:off x="7717938" y="477293"/>
            <a:ext cx="943732" cy="306757"/>
            <a:chOff x="7827710" y="4530982"/>
            <a:chExt cx="943732" cy="306757"/>
          </a:xfrm>
        </p:grpSpPr>
        <p:grpSp>
          <p:nvGrpSpPr>
            <p:cNvPr id="698" name="Google Shape;698;p64"/>
            <p:cNvGrpSpPr/>
            <p:nvPr/>
          </p:nvGrpSpPr>
          <p:grpSpPr>
            <a:xfrm>
              <a:off x="7827710" y="4530982"/>
              <a:ext cx="943732" cy="63948"/>
              <a:chOff x="3779200" y="1371600"/>
              <a:chExt cx="1615980" cy="109500"/>
            </a:xfrm>
          </p:grpSpPr>
          <p:sp>
            <p:nvSpPr>
              <p:cNvPr id="699" name="Google Shape;699;p64"/>
              <p:cNvSpPr/>
              <p:nvPr/>
            </p:nvSpPr>
            <p:spPr>
              <a:xfrm>
                <a:off x="377920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64"/>
              <p:cNvSpPr/>
              <p:nvPr/>
            </p:nvSpPr>
            <p:spPr>
              <a:xfrm>
                <a:off x="415582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64"/>
              <p:cNvSpPr/>
              <p:nvPr/>
            </p:nvSpPr>
            <p:spPr>
              <a:xfrm>
                <a:off x="453244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64"/>
              <p:cNvSpPr/>
              <p:nvPr/>
            </p:nvSpPr>
            <p:spPr>
              <a:xfrm>
                <a:off x="490906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64"/>
              <p:cNvSpPr/>
              <p:nvPr/>
            </p:nvSpPr>
            <p:spPr>
              <a:xfrm>
                <a:off x="528568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4" name="Google Shape;704;p64"/>
            <p:cNvGrpSpPr/>
            <p:nvPr/>
          </p:nvGrpSpPr>
          <p:grpSpPr>
            <a:xfrm>
              <a:off x="7827710" y="4773790"/>
              <a:ext cx="943732" cy="63948"/>
              <a:chOff x="3779200" y="1371600"/>
              <a:chExt cx="1615980" cy="109500"/>
            </a:xfrm>
          </p:grpSpPr>
          <p:sp>
            <p:nvSpPr>
              <p:cNvPr id="705" name="Google Shape;705;p64"/>
              <p:cNvSpPr/>
              <p:nvPr/>
            </p:nvSpPr>
            <p:spPr>
              <a:xfrm>
                <a:off x="377920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64"/>
              <p:cNvSpPr/>
              <p:nvPr/>
            </p:nvSpPr>
            <p:spPr>
              <a:xfrm>
                <a:off x="415582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64"/>
              <p:cNvSpPr/>
              <p:nvPr/>
            </p:nvSpPr>
            <p:spPr>
              <a:xfrm>
                <a:off x="453244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64"/>
              <p:cNvSpPr/>
              <p:nvPr/>
            </p:nvSpPr>
            <p:spPr>
              <a:xfrm>
                <a:off x="490906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64"/>
              <p:cNvSpPr/>
              <p:nvPr/>
            </p:nvSpPr>
            <p:spPr>
              <a:xfrm>
                <a:off x="528568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0" name="Google Shape;710;p64"/>
          <p:cNvGrpSpPr/>
          <p:nvPr/>
        </p:nvGrpSpPr>
        <p:grpSpPr>
          <a:xfrm rot="10800000" flipH="1">
            <a:off x="1426041" y="994595"/>
            <a:ext cx="2125761" cy="273605"/>
            <a:chOff x="198225" y="4390550"/>
            <a:chExt cx="3765075" cy="484600"/>
          </a:xfrm>
        </p:grpSpPr>
        <p:sp>
          <p:nvSpPr>
            <p:cNvPr id="711" name="Google Shape;711;p6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6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3" name="Google Shape;713;p64"/>
          <p:cNvSpPr txBox="1">
            <a:spLocks noGrp="1"/>
          </p:cNvSpPr>
          <p:nvPr>
            <p:ph type="title"/>
          </p:nvPr>
        </p:nvSpPr>
        <p:spPr>
          <a:xfrm>
            <a:off x="2281800" y="1417225"/>
            <a:ext cx="4580400" cy="7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714" name="Google Shape;714;p64"/>
          <p:cNvSpPr txBox="1">
            <a:spLocks noGrp="1"/>
          </p:cNvSpPr>
          <p:nvPr>
            <p:ph type="subTitle" idx="1"/>
          </p:nvPr>
        </p:nvSpPr>
        <p:spPr>
          <a:xfrm>
            <a:off x="2281800" y="2174075"/>
            <a:ext cx="4580400" cy="16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/>
              <a:t>VITAELY is an AI-powered career development platform that streamlines resume creation, interview preparation, skill analysis, portfolio generation, and professional productivity through intelligent automation.</a:t>
            </a:r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6"/>
          <p:cNvSpPr/>
          <p:nvPr/>
        </p:nvSpPr>
        <p:spPr>
          <a:xfrm>
            <a:off x="-809975" y="-503500"/>
            <a:ext cx="4596300" cy="4596300"/>
          </a:xfrm>
          <a:prstGeom prst="ellipse">
            <a:avLst/>
          </a:prstGeom>
          <a:gradFill>
            <a:gsLst>
              <a:gs pos="0">
                <a:srgbClr val="FFFFFF">
                  <a:alpha val="29803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66"/>
          <p:cNvSpPr txBox="1">
            <a:spLocks noGrp="1"/>
          </p:cNvSpPr>
          <p:nvPr>
            <p:ph type="title"/>
          </p:nvPr>
        </p:nvSpPr>
        <p:spPr>
          <a:xfrm>
            <a:off x="4321775" y="923612"/>
            <a:ext cx="4070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000" dirty="0"/>
              <a:t>Overview of VITAELY</a:t>
            </a:r>
            <a:endParaRPr sz="3000" dirty="0"/>
          </a:p>
        </p:txBody>
      </p:sp>
      <p:sp>
        <p:nvSpPr>
          <p:cNvPr id="729" name="Google Shape;729;p66"/>
          <p:cNvSpPr txBox="1">
            <a:spLocks noGrp="1"/>
          </p:cNvSpPr>
          <p:nvPr>
            <p:ph type="subTitle" idx="1"/>
          </p:nvPr>
        </p:nvSpPr>
        <p:spPr>
          <a:xfrm>
            <a:off x="4213974" y="1765412"/>
            <a:ext cx="40701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500" dirty="0"/>
              <a:t>AI-powered web-based SaaS platform.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500" dirty="0"/>
              <a:t>All-in-one AI career development solution.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500" dirty="0"/>
              <a:t>Includes resume, ATS, interview, and career tools.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500" dirty="0"/>
              <a:t>Built using the PERN Stack (PostgreSQL, Express.js, React.js, Node.js).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500" dirty="0"/>
              <a:t>Designed for students, job seekers, and professionals.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500" dirty="0"/>
              <a:t>Focuses on automation, productivity, and scalability.</a:t>
            </a:r>
          </a:p>
        </p:txBody>
      </p:sp>
      <p:pic>
        <p:nvPicPr>
          <p:cNvPr id="730" name="Google Shape;73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50" y="750263"/>
            <a:ext cx="3635700" cy="36429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1" name="Google Shape;731;p66"/>
          <p:cNvGrpSpPr/>
          <p:nvPr/>
        </p:nvGrpSpPr>
        <p:grpSpPr>
          <a:xfrm>
            <a:off x="4042650" y="590713"/>
            <a:ext cx="1154625" cy="430500"/>
            <a:chOff x="4042650" y="642025"/>
            <a:chExt cx="1154625" cy="430500"/>
          </a:xfrm>
        </p:grpSpPr>
        <p:sp>
          <p:nvSpPr>
            <p:cNvPr id="732" name="Google Shape;732;p66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6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66"/>
          <p:cNvGrpSpPr/>
          <p:nvPr/>
        </p:nvGrpSpPr>
        <p:grpSpPr>
          <a:xfrm>
            <a:off x="406950" y="4552784"/>
            <a:ext cx="1154625" cy="430500"/>
            <a:chOff x="4042650" y="642025"/>
            <a:chExt cx="1154625" cy="430500"/>
          </a:xfrm>
        </p:grpSpPr>
        <p:sp>
          <p:nvSpPr>
            <p:cNvPr id="735" name="Google Shape;735;p66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66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6" name="Google Shape;3696;p113"/>
          <p:cNvGrpSpPr/>
          <p:nvPr/>
        </p:nvGrpSpPr>
        <p:grpSpPr>
          <a:xfrm>
            <a:off x="774417" y="2686975"/>
            <a:ext cx="693483" cy="695908"/>
            <a:chOff x="2601750" y="1612625"/>
            <a:chExt cx="1123050" cy="1127525"/>
          </a:xfrm>
        </p:grpSpPr>
        <p:sp>
          <p:nvSpPr>
            <p:cNvPr id="3697" name="Google Shape;3697;p113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113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9" name="Google Shape;3699;p113"/>
          <p:cNvGrpSpPr/>
          <p:nvPr/>
        </p:nvGrpSpPr>
        <p:grpSpPr>
          <a:xfrm>
            <a:off x="5387754" y="2738919"/>
            <a:ext cx="693483" cy="695908"/>
            <a:chOff x="2601750" y="1612625"/>
            <a:chExt cx="1123050" cy="1127525"/>
          </a:xfrm>
        </p:grpSpPr>
        <p:sp>
          <p:nvSpPr>
            <p:cNvPr id="3700" name="Google Shape;3700;p113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113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2" name="Google Shape;3702;p113"/>
          <p:cNvGrpSpPr/>
          <p:nvPr/>
        </p:nvGrpSpPr>
        <p:grpSpPr>
          <a:xfrm>
            <a:off x="7703840" y="2696763"/>
            <a:ext cx="693483" cy="695908"/>
            <a:chOff x="2601750" y="1612625"/>
            <a:chExt cx="1123050" cy="1127525"/>
          </a:xfrm>
        </p:grpSpPr>
        <p:sp>
          <p:nvSpPr>
            <p:cNvPr id="3703" name="Google Shape;3703;p113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4" name="Google Shape;3704;p113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5" name="Google Shape;3705;p113"/>
          <p:cNvGrpSpPr/>
          <p:nvPr/>
        </p:nvGrpSpPr>
        <p:grpSpPr>
          <a:xfrm>
            <a:off x="3148749" y="2675353"/>
            <a:ext cx="693483" cy="695908"/>
            <a:chOff x="2601750" y="1612625"/>
            <a:chExt cx="1123050" cy="1127525"/>
          </a:xfrm>
        </p:grpSpPr>
        <p:sp>
          <p:nvSpPr>
            <p:cNvPr id="3706" name="Google Shape;3706;p113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7" name="Google Shape;3707;p113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8" name="Google Shape;3708;p113"/>
          <p:cNvSpPr/>
          <p:nvPr/>
        </p:nvSpPr>
        <p:spPr>
          <a:xfrm>
            <a:off x="2984500" y="1161912"/>
            <a:ext cx="3255433" cy="720988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5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</a:rPr>
              <a:t>Included features</a:t>
            </a:r>
            <a:endParaRPr sz="25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09" name="Google Shape;3709;p113"/>
          <p:cNvSpPr txBox="1">
            <a:spLocks noGrp="1"/>
          </p:cNvSpPr>
          <p:nvPr>
            <p:ph type="title"/>
          </p:nvPr>
        </p:nvSpPr>
        <p:spPr>
          <a:xfrm>
            <a:off x="720000" y="4130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Project Objectives</a:t>
            </a:r>
            <a:endParaRPr dirty="0"/>
          </a:p>
        </p:txBody>
      </p:sp>
      <p:cxnSp>
        <p:nvCxnSpPr>
          <p:cNvPr id="3710" name="Google Shape;3710;p113"/>
          <p:cNvCxnSpPr>
            <a:cxnSpLocks/>
            <a:stCxn id="3708" idx="1"/>
            <a:endCxn id="3706" idx="3"/>
          </p:cNvCxnSpPr>
          <p:nvPr/>
        </p:nvCxnSpPr>
        <p:spPr>
          <a:xfrm rot="5400000">
            <a:off x="3643758" y="1706893"/>
            <a:ext cx="792453" cy="114446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1" name="Google Shape;3711;p113"/>
          <p:cNvCxnSpPr>
            <a:cxnSpLocks/>
            <a:stCxn id="3697" idx="3"/>
            <a:endCxn id="3708" idx="1"/>
          </p:cNvCxnSpPr>
          <p:nvPr/>
        </p:nvCxnSpPr>
        <p:spPr>
          <a:xfrm rot="5400000" flipH="1" flipV="1">
            <a:off x="2450780" y="525539"/>
            <a:ext cx="804075" cy="351879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2" name="Google Shape;3712;p113"/>
          <p:cNvCxnSpPr>
            <a:cxnSpLocks/>
            <a:stCxn id="3708" idx="1"/>
            <a:endCxn id="3703" idx="3"/>
          </p:cNvCxnSpPr>
          <p:nvPr/>
        </p:nvCxnSpPr>
        <p:spPr>
          <a:xfrm rot="16200000" flipH="1">
            <a:off x="5910598" y="584519"/>
            <a:ext cx="813863" cy="341062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13" name="Google Shape;3713;p113"/>
          <p:cNvSpPr txBox="1">
            <a:spLocks noGrp="1"/>
          </p:cNvSpPr>
          <p:nvPr>
            <p:ph type="subTitle" idx="4294967295"/>
          </p:nvPr>
        </p:nvSpPr>
        <p:spPr>
          <a:xfrm>
            <a:off x="4804975" y="3705485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buNone/>
            </a:pPr>
            <a:r>
              <a:rPr lang="en-IN" sz="1600" b="1" dirty="0"/>
              <a:t>ATS Score Checker</a:t>
            </a:r>
            <a:endParaRPr sz="1600" b="1" dirty="0">
              <a:sym typeface="IBM Plex Sans"/>
            </a:endParaRPr>
          </a:p>
        </p:txBody>
      </p:sp>
      <p:sp>
        <p:nvSpPr>
          <p:cNvPr id="3714" name="Google Shape;3714;p113"/>
          <p:cNvSpPr txBox="1">
            <a:spLocks noGrp="1"/>
          </p:cNvSpPr>
          <p:nvPr>
            <p:ph type="subTitle" idx="4294967295"/>
          </p:nvPr>
        </p:nvSpPr>
        <p:spPr>
          <a:xfrm>
            <a:off x="178559" y="3393838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buNone/>
            </a:pPr>
            <a:r>
              <a:rPr lang="en-IN" sz="1600" b="1" dirty="0"/>
              <a:t>Resume Builder</a:t>
            </a:r>
            <a:endParaRPr sz="1600" b="1" dirty="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18" name="Google Shape;3718;p113"/>
          <p:cNvSpPr txBox="1">
            <a:spLocks noGrp="1"/>
          </p:cNvSpPr>
          <p:nvPr>
            <p:ph type="subTitle" idx="4294967295"/>
          </p:nvPr>
        </p:nvSpPr>
        <p:spPr>
          <a:xfrm>
            <a:off x="2580120" y="3623686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r>
              <a:rPr lang="en-IN" sz="1600" b="1" dirty="0"/>
              <a:t>Cover Letter Generator</a:t>
            </a:r>
            <a:endParaRPr sz="1600" b="1" dirty="0">
              <a:sym typeface="IBM Plex Sans"/>
            </a:endParaRPr>
          </a:p>
        </p:txBody>
      </p:sp>
      <p:sp>
        <p:nvSpPr>
          <p:cNvPr id="3719" name="Google Shape;3719;p113"/>
          <p:cNvSpPr txBox="1">
            <a:spLocks noGrp="1"/>
          </p:cNvSpPr>
          <p:nvPr>
            <p:ph type="subTitle" idx="4294967295"/>
          </p:nvPr>
        </p:nvSpPr>
        <p:spPr>
          <a:xfrm>
            <a:off x="7171453" y="3605408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r>
              <a:rPr lang="en-IN" sz="1600" b="1" dirty="0"/>
              <a:t>Interview Preparation</a:t>
            </a:r>
            <a:endParaRPr sz="1600" b="1" dirty="0">
              <a:sym typeface="IBM Plex Sans"/>
            </a:endParaRPr>
          </a:p>
        </p:txBody>
      </p:sp>
      <p:cxnSp>
        <p:nvCxnSpPr>
          <p:cNvPr id="3721" name="Google Shape;3721;p113"/>
          <p:cNvCxnSpPr>
            <a:cxnSpLocks/>
            <a:stCxn id="3700" idx="3"/>
            <a:endCxn id="3708" idx="1"/>
          </p:cNvCxnSpPr>
          <p:nvPr/>
        </p:nvCxnSpPr>
        <p:spPr>
          <a:xfrm rot="16200000" flipV="1">
            <a:off x="4731477" y="1763641"/>
            <a:ext cx="856019" cy="1094538"/>
          </a:xfrm>
          <a:prstGeom prst="bentConnector3">
            <a:avLst>
              <a:gd name="adj1" fmla="val 514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22" name="Google Shape;3722;p113"/>
          <p:cNvGrpSpPr/>
          <p:nvPr/>
        </p:nvGrpSpPr>
        <p:grpSpPr>
          <a:xfrm>
            <a:off x="3312356" y="2840167"/>
            <a:ext cx="366269" cy="366269"/>
            <a:chOff x="-65131525" y="2281350"/>
            <a:chExt cx="316650" cy="316650"/>
          </a:xfrm>
        </p:grpSpPr>
        <p:sp>
          <p:nvSpPr>
            <p:cNvPr id="3723" name="Google Shape;3723;p113"/>
            <p:cNvSpPr/>
            <p:nvPr/>
          </p:nvSpPr>
          <p:spPr>
            <a:xfrm>
              <a:off x="-65131525" y="232230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113"/>
            <p:cNvSpPr/>
            <p:nvPr/>
          </p:nvSpPr>
          <p:spPr>
            <a:xfrm>
              <a:off x="-64963775" y="2281350"/>
              <a:ext cx="148900" cy="148875"/>
            </a:xfrm>
            <a:custGeom>
              <a:avLst/>
              <a:gdLst/>
              <a:ahLst/>
              <a:cxnLst/>
              <a:rect l="l" t="t" r="r" b="b"/>
              <a:pathLst>
                <a:path w="5956" h="5955" extrusionOk="0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5" name="Google Shape;3725;p113"/>
          <p:cNvGrpSpPr/>
          <p:nvPr/>
        </p:nvGrpSpPr>
        <p:grpSpPr>
          <a:xfrm>
            <a:off x="5550002" y="2905034"/>
            <a:ext cx="368987" cy="363666"/>
            <a:chOff x="-64774725" y="1916550"/>
            <a:chExt cx="319000" cy="314400"/>
          </a:xfrm>
        </p:grpSpPr>
        <p:sp>
          <p:nvSpPr>
            <p:cNvPr id="3726" name="Google Shape;3726;p113"/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113"/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9" name="Google Shape;3729;p113"/>
          <p:cNvGrpSpPr/>
          <p:nvPr/>
        </p:nvGrpSpPr>
        <p:grpSpPr>
          <a:xfrm>
            <a:off x="945959" y="2902480"/>
            <a:ext cx="350401" cy="264888"/>
            <a:chOff x="3962775" y="1990700"/>
            <a:chExt cx="296975" cy="224500"/>
          </a:xfrm>
        </p:grpSpPr>
        <p:sp>
          <p:nvSpPr>
            <p:cNvPr id="3730" name="Google Shape;3730;p113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113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113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113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3705;p113">
            <a:extLst>
              <a:ext uri="{FF2B5EF4-FFF2-40B4-BE49-F238E27FC236}">
                <a16:creationId xmlns:a16="http://schemas.microsoft.com/office/drawing/2014/main" id="{974ADB4B-1D5A-1144-41B7-58FE01367042}"/>
              </a:ext>
            </a:extLst>
          </p:cNvPr>
          <p:cNvGrpSpPr/>
          <p:nvPr/>
        </p:nvGrpSpPr>
        <p:grpSpPr>
          <a:xfrm>
            <a:off x="2040026" y="3421600"/>
            <a:ext cx="693483" cy="695908"/>
            <a:chOff x="2601750" y="1612625"/>
            <a:chExt cx="1123050" cy="1127525"/>
          </a:xfrm>
        </p:grpSpPr>
        <p:sp>
          <p:nvSpPr>
            <p:cNvPr id="21" name="Google Shape;3706;p113">
              <a:extLst>
                <a:ext uri="{FF2B5EF4-FFF2-40B4-BE49-F238E27FC236}">
                  <a16:creationId xmlns:a16="http://schemas.microsoft.com/office/drawing/2014/main" id="{8C112384-C39D-BC8B-7C38-14358731070F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3707;p113">
              <a:extLst>
                <a:ext uri="{FF2B5EF4-FFF2-40B4-BE49-F238E27FC236}">
                  <a16:creationId xmlns:a16="http://schemas.microsoft.com/office/drawing/2014/main" id="{DC97B209-5DAD-CC08-325C-E51985DC9239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3718;p113">
            <a:extLst>
              <a:ext uri="{FF2B5EF4-FFF2-40B4-BE49-F238E27FC236}">
                <a16:creationId xmlns:a16="http://schemas.microsoft.com/office/drawing/2014/main" id="{1CECCB72-C7FD-C77A-2414-6F8E73676979}"/>
              </a:ext>
            </a:extLst>
          </p:cNvPr>
          <p:cNvSpPr txBox="1">
            <a:spLocks/>
          </p:cNvSpPr>
          <p:nvPr/>
        </p:nvSpPr>
        <p:spPr>
          <a:xfrm>
            <a:off x="1493486" y="4288876"/>
            <a:ext cx="18852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 algn="ctr">
              <a:buNone/>
            </a:pPr>
            <a:r>
              <a:rPr lang="en-IN" sz="1600" b="1" dirty="0"/>
              <a:t>Skill Gap </a:t>
            </a:r>
          </a:p>
          <a:p>
            <a:pPr marL="0" indent="0" algn="ctr">
              <a:buNone/>
            </a:pPr>
            <a:r>
              <a:rPr lang="en-IN" sz="1600" b="1" dirty="0"/>
              <a:t>Analyzer</a:t>
            </a:r>
            <a:endParaRPr lang="en-IN" sz="1600" b="1" dirty="0">
              <a:sym typeface="IBM Plex Sans"/>
            </a:endParaRPr>
          </a:p>
        </p:txBody>
      </p:sp>
      <p:grpSp>
        <p:nvGrpSpPr>
          <p:cNvPr id="27" name="Google Shape;3705;p113">
            <a:extLst>
              <a:ext uri="{FF2B5EF4-FFF2-40B4-BE49-F238E27FC236}">
                <a16:creationId xmlns:a16="http://schemas.microsoft.com/office/drawing/2014/main" id="{738EC902-6188-1705-0C81-EFD71C3DF909}"/>
              </a:ext>
            </a:extLst>
          </p:cNvPr>
          <p:cNvGrpSpPr/>
          <p:nvPr/>
        </p:nvGrpSpPr>
        <p:grpSpPr>
          <a:xfrm>
            <a:off x="4294813" y="3340543"/>
            <a:ext cx="693483" cy="695908"/>
            <a:chOff x="2601750" y="1612625"/>
            <a:chExt cx="1123050" cy="1127525"/>
          </a:xfrm>
        </p:grpSpPr>
        <p:sp>
          <p:nvSpPr>
            <p:cNvPr id="28" name="Google Shape;3706;p113">
              <a:extLst>
                <a:ext uri="{FF2B5EF4-FFF2-40B4-BE49-F238E27FC236}">
                  <a16:creationId xmlns:a16="http://schemas.microsoft.com/office/drawing/2014/main" id="{3B7A1FFC-4FF1-9A1F-2AF0-5343B5F8FCEC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3707;p113">
              <a:extLst>
                <a:ext uri="{FF2B5EF4-FFF2-40B4-BE49-F238E27FC236}">
                  <a16:creationId xmlns:a16="http://schemas.microsoft.com/office/drawing/2014/main" id="{AA9ED2C1-71A7-64CC-03E4-52BCFBC840EE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718;p113">
            <a:extLst>
              <a:ext uri="{FF2B5EF4-FFF2-40B4-BE49-F238E27FC236}">
                <a16:creationId xmlns:a16="http://schemas.microsoft.com/office/drawing/2014/main" id="{97B39AD9-4236-9736-8B0D-8EE5D31B0417}"/>
              </a:ext>
            </a:extLst>
          </p:cNvPr>
          <p:cNvSpPr txBox="1">
            <a:spLocks/>
          </p:cNvSpPr>
          <p:nvPr/>
        </p:nvSpPr>
        <p:spPr>
          <a:xfrm>
            <a:off x="3726184" y="4288876"/>
            <a:ext cx="18852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 algn="ctr">
              <a:buNone/>
            </a:pPr>
            <a:r>
              <a:rPr lang="en-IN" sz="1600" b="1" dirty="0"/>
              <a:t>Portfolio Website Generator</a:t>
            </a:r>
            <a:endParaRPr lang="en-IN" sz="1600" b="1" dirty="0">
              <a:sym typeface="IBM Plex Sans"/>
            </a:endParaRPr>
          </a:p>
        </p:txBody>
      </p:sp>
      <p:grpSp>
        <p:nvGrpSpPr>
          <p:cNvPr id="34" name="Google Shape;3702;p113">
            <a:extLst>
              <a:ext uri="{FF2B5EF4-FFF2-40B4-BE49-F238E27FC236}">
                <a16:creationId xmlns:a16="http://schemas.microsoft.com/office/drawing/2014/main" id="{97F841F5-7147-D7E8-F872-94A2DDA75701}"/>
              </a:ext>
            </a:extLst>
          </p:cNvPr>
          <p:cNvGrpSpPr/>
          <p:nvPr/>
        </p:nvGrpSpPr>
        <p:grpSpPr>
          <a:xfrm>
            <a:off x="6566207" y="3293176"/>
            <a:ext cx="693483" cy="695908"/>
            <a:chOff x="2601750" y="1612625"/>
            <a:chExt cx="1123050" cy="1127525"/>
          </a:xfrm>
        </p:grpSpPr>
        <p:sp>
          <p:nvSpPr>
            <p:cNvPr id="35" name="Google Shape;3703;p113">
              <a:extLst>
                <a:ext uri="{FF2B5EF4-FFF2-40B4-BE49-F238E27FC236}">
                  <a16:creationId xmlns:a16="http://schemas.microsoft.com/office/drawing/2014/main" id="{0230A101-FFB7-9C2D-A71F-7152BE425FA3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04;p113">
              <a:extLst>
                <a:ext uri="{FF2B5EF4-FFF2-40B4-BE49-F238E27FC236}">
                  <a16:creationId xmlns:a16="http://schemas.microsoft.com/office/drawing/2014/main" id="{24F1A352-4A01-8B58-1CD3-4249B744E666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19;p113">
            <a:extLst>
              <a:ext uri="{FF2B5EF4-FFF2-40B4-BE49-F238E27FC236}">
                <a16:creationId xmlns:a16="http://schemas.microsoft.com/office/drawing/2014/main" id="{F0CF2255-6316-67B8-2E2D-38A4FB6D9F53}"/>
              </a:ext>
            </a:extLst>
          </p:cNvPr>
          <p:cNvSpPr txBox="1">
            <a:spLocks/>
          </p:cNvSpPr>
          <p:nvPr/>
        </p:nvSpPr>
        <p:spPr>
          <a:xfrm>
            <a:off x="5998089" y="4110195"/>
            <a:ext cx="18852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 algn="ctr">
              <a:buNone/>
            </a:pPr>
            <a:r>
              <a:rPr lang="en-IN" sz="1600" b="1" dirty="0"/>
              <a:t>AI Email Writer</a:t>
            </a:r>
            <a:endParaRPr lang="en-IN" sz="1600" b="1" dirty="0">
              <a:sym typeface="IBM Plex Sans"/>
            </a:endParaRPr>
          </a:p>
        </p:txBody>
      </p:sp>
      <p:sp>
        <p:nvSpPr>
          <p:cNvPr id="38" name="Google Shape;3728;p113">
            <a:extLst>
              <a:ext uri="{FF2B5EF4-FFF2-40B4-BE49-F238E27FC236}">
                <a16:creationId xmlns:a16="http://schemas.microsoft.com/office/drawing/2014/main" id="{AE60EFCF-2719-8FBC-2B21-B71E791194A3}"/>
              </a:ext>
            </a:extLst>
          </p:cNvPr>
          <p:cNvSpPr/>
          <p:nvPr/>
        </p:nvSpPr>
        <p:spPr>
          <a:xfrm>
            <a:off x="6730262" y="3458453"/>
            <a:ext cx="365373" cy="365344"/>
          </a:xfrm>
          <a:custGeom>
            <a:avLst/>
            <a:gdLst/>
            <a:ahLst/>
            <a:cxnLst/>
            <a:rect l="l" t="t" r="r" b="b"/>
            <a:pathLst>
              <a:path w="12635" h="12634" extrusionOk="0">
                <a:moveTo>
                  <a:pt x="6302" y="2741"/>
                </a:moveTo>
                <a:cubicBezTo>
                  <a:pt x="6774" y="2741"/>
                  <a:pt x="7152" y="3087"/>
                  <a:pt x="7152" y="3560"/>
                </a:cubicBezTo>
                <a:cubicBezTo>
                  <a:pt x="7152" y="4033"/>
                  <a:pt x="6774" y="4411"/>
                  <a:pt x="6302" y="4411"/>
                </a:cubicBezTo>
                <a:cubicBezTo>
                  <a:pt x="5861" y="4411"/>
                  <a:pt x="5483" y="4033"/>
                  <a:pt x="5483" y="3560"/>
                </a:cubicBezTo>
                <a:cubicBezTo>
                  <a:pt x="5483" y="3087"/>
                  <a:pt x="5829" y="2741"/>
                  <a:pt x="6302" y="2741"/>
                </a:cubicBezTo>
                <a:close/>
                <a:moveTo>
                  <a:pt x="11910" y="819"/>
                </a:moveTo>
                <a:lnTo>
                  <a:pt x="11910" y="5230"/>
                </a:lnTo>
                <a:lnTo>
                  <a:pt x="8161" y="5230"/>
                </a:lnTo>
                <a:cubicBezTo>
                  <a:pt x="7972" y="5041"/>
                  <a:pt x="7751" y="4820"/>
                  <a:pt x="7530" y="4726"/>
                </a:cubicBezTo>
                <a:cubicBezTo>
                  <a:pt x="7814" y="4411"/>
                  <a:pt x="8003" y="4001"/>
                  <a:pt x="8003" y="3560"/>
                </a:cubicBezTo>
                <a:cubicBezTo>
                  <a:pt x="8003" y="2678"/>
                  <a:pt x="7247" y="1922"/>
                  <a:pt x="6333" y="1922"/>
                </a:cubicBezTo>
                <a:cubicBezTo>
                  <a:pt x="5451" y="1922"/>
                  <a:pt x="4695" y="2678"/>
                  <a:pt x="4695" y="3560"/>
                </a:cubicBezTo>
                <a:cubicBezTo>
                  <a:pt x="4695" y="4001"/>
                  <a:pt x="4853" y="4411"/>
                  <a:pt x="5168" y="4726"/>
                </a:cubicBezTo>
                <a:cubicBezTo>
                  <a:pt x="4916" y="4820"/>
                  <a:pt x="4695" y="5041"/>
                  <a:pt x="4537" y="5230"/>
                </a:cubicBezTo>
                <a:lnTo>
                  <a:pt x="883" y="5230"/>
                </a:lnTo>
                <a:lnTo>
                  <a:pt x="883" y="819"/>
                </a:lnTo>
                <a:close/>
                <a:moveTo>
                  <a:pt x="6302" y="5230"/>
                </a:moveTo>
                <a:cubicBezTo>
                  <a:pt x="7215" y="5230"/>
                  <a:pt x="7972" y="5986"/>
                  <a:pt x="7972" y="6868"/>
                </a:cubicBezTo>
                <a:lnTo>
                  <a:pt x="4664" y="6868"/>
                </a:lnTo>
                <a:cubicBezTo>
                  <a:pt x="4664" y="5986"/>
                  <a:pt x="5388" y="5230"/>
                  <a:pt x="6302" y="5230"/>
                </a:cubicBezTo>
                <a:close/>
                <a:moveTo>
                  <a:pt x="8287" y="7719"/>
                </a:moveTo>
                <a:lnTo>
                  <a:pt x="7593" y="11846"/>
                </a:lnTo>
                <a:lnTo>
                  <a:pt x="5010" y="11846"/>
                </a:lnTo>
                <a:lnTo>
                  <a:pt x="4285" y="7719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378"/>
                </a:cubicBezTo>
                <a:lnTo>
                  <a:pt x="1" y="5608"/>
                </a:lnTo>
                <a:cubicBezTo>
                  <a:pt x="1" y="5860"/>
                  <a:pt x="190" y="6017"/>
                  <a:pt x="410" y="6017"/>
                </a:cubicBezTo>
                <a:lnTo>
                  <a:pt x="3970" y="6017"/>
                </a:lnTo>
                <a:cubicBezTo>
                  <a:pt x="3907" y="6301"/>
                  <a:pt x="3813" y="6553"/>
                  <a:pt x="3813" y="6837"/>
                </a:cubicBezTo>
                <a:lnTo>
                  <a:pt x="2994" y="6837"/>
                </a:lnTo>
                <a:cubicBezTo>
                  <a:pt x="2773" y="6837"/>
                  <a:pt x="2616" y="7026"/>
                  <a:pt x="2616" y="7246"/>
                </a:cubicBezTo>
                <a:cubicBezTo>
                  <a:pt x="2616" y="7467"/>
                  <a:pt x="2805" y="7656"/>
                  <a:pt x="2994" y="7656"/>
                </a:cubicBezTo>
                <a:lnTo>
                  <a:pt x="3466" y="7656"/>
                </a:lnTo>
                <a:lnTo>
                  <a:pt x="4254" y="12255"/>
                </a:lnTo>
                <a:cubicBezTo>
                  <a:pt x="4285" y="12476"/>
                  <a:pt x="4443" y="12633"/>
                  <a:pt x="4664" y="12633"/>
                </a:cubicBezTo>
                <a:lnTo>
                  <a:pt x="7972" y="12633"/>
                </a:lnTo>
                <a:cubicBezTo>
                  <a:pt x="8161" y="12633"/>
                  <a:pt x="8350" y="12476"/>
                  <a:pt x="8350" y="12255"/>
                </a:cubicBezTo>
                <a:lnTo>
                  <a:pt x="9137" y="7656"/>
                </a:lnTo>
                <a:lnTo>
                  <a:pt x="9610" y="7656"/>
                </a:lnTo>
                <a:cubicBezTo>
                  <a:pt x="9862" y="7656"/>
                  <a:pt x="10019" y="7467"/>
                  <a:pt x="10019" y="7215"/>
                </a:cubicBezTo>
                <a:cubicBezTo>
                  <a:pt x="10019" y="6994"/>
                  <a:pt x="9799" y="6837"/>
                  <a:pt x="9610" y="6837"/>
                </a:cubicBezTo>
                <a:lnTo>
                  <a:pt x="8791" y="6837"/>
                </a:lnTo>
                <a:cubicBezTo>
                  <a:pt x="8791" y="6553"/>
                  <a:pt x="8759" y="6269"/>
                  <a:pt x="8633" y="6017"/>
                </a:cubicBezTo>
                <a:lnTo>
                  <a:pt x="12225" y="6017"/>
                </a:lnTo>
                <a:cubicBezTo>
                  <a:pt x="12445" y="6017"/>
                  <a:pt x="12603" y="5797"/>
                  <a:pt x="12603" y="5608"/>
                </a:cubicBezTo>
                <a:lnTo>
                  <a:pt x="12603" y="378"/>
                </a:lnTo>
                <a:cubicBezTo>
                  <a:pt x="12634" y="189"/>
                  <a:pt x="12445" y="0"/>
                  <a:pt x="1225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C1ACC7E-AE2B-E0D4-0E83-1A3E0F041D90}"/>
              </a:ext>
            </a:extLst>
          </p:cNvPr>
          <p:cNvCxnSpPr>
            <a:cxnSpLocks/>
            <a:endCxn id="21" idx="3"/>
          </p:cNvCxnSpPr>
          <p:nvPr/>
        </p:nvCxnSpPr>
        <p:spPr>
          <a:xfrm>
            <a:off x="2359026" y="2311549"/>
            <a:ext cx="1" cy="111005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5BB4874-4551-949E-2033-38CD9D46CA81}"/>
              </a:ext>
            </a:extLst>
          </p:cNvPr>
          <p:cNvCxnSpPr>
            <a:cxnSpLocks/>
          </p:cNvCxnSpPr>
          <p:nvPr/>
        </p:nvCxnSpPr>
        <p:spPr>
          <a:xfrm flipH="1">
            <a:off x="4598052" y="2289831"/>
            <a:ext cx="7330" cy="1043553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08916CD-66CB-AE57-3278-B6A455F06E7B}"/>
              </a:ext>
            </a:extLst>
          </p:cNvPr>
          <p:cNvCxnSpPr>
            <a:cxnSpLocks/>
          </p:cNvCxnSpPr>
          <p:nvPr/>
        </p:nvCxnSpPr>
        <p:spPr>
          <a:xfrm>
            <a:off x="6885207" y="2289831"/>
            <a:ext cx="0" cy="98637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43B37B9-A7C7-FA1B-F7C2-0B9A7EE59C5C}"/>
              </a:ext>
            </a:extLst>
          </p:cNvPr>
          <p:cNvGrpSpPr/>
          <p:nvPr/>
        </p:nvGrpSpPr>
        <p:grpSpPr>
          <a:xfrm>
            <a:off x="2196533" y="3592968"/>
            <a:ext cx="383257" cy="335970"/>
            <a:chOff x="-4656807" y="1280104"/>
            <a:chExt cx="230975" cy="229773"/>
          </a:xfrm>
          <a:solidFill>
            <a:schemeClr val="accent4"/>
          </a:solidFill>
        </p:grpSpPr>
        <p:sp>
          <p:nvSpPr>
            <p:cNvPr id="11167" name="Google Shape;11167;p133"/>
            <p:cNvSpPr/>
            <p:nvPr/>
          </p:nvSpPr>
          <p:spPr>
            <a:xfrm>
              <a:off x="-4614020" y="1280104"/>
              <a:ext cx="143093" cy="76693"/>
            </a:xfrm>
            <a:custGeom>
              <a:avLst/>
              <a:gdLst/>
              <a:ahLst/>
              <a:cxnLst/>
              <a:rect l="l" t="t" r="r" b="b"/>
              <a:pathLst>
                <a:path w="20642" h="10656" extrusionOk="0">
                  <a:moveTo>
                    <a:pt x="10321" y="0"/>
                  </a:moveTo>
                  <a:cubicBezTo>
                    <a:pt x="4630" y="0"/>
                    <a:pt x="1" y="4630"/>
                    <a:pt x="1" y="10321"/>
                  </a:cubicBezTo>
                  <a:cubicBezTo>
                    <a:pt x="1" y="10385"/>
                    <a:pt x="2" y="10450"/>
                    <a:pt x="4" y="10514"/>
                  </a:cubicBezTo>
                  <a:cubicBezTo>
                    <a:pt x="1580" y="9686"/>
                    <a:pt x="3307" y="9273"/>
                    <a:pt x="5033" y="9273"/>
                  </a:cubicBezTo>
                  <a:cubicBezTo>
                    <a:pt x="6858" y="9273"/>
                    <a:pt x="8681" y="9735"/>
                    <a:pt x="10321" y="10655"/>
                  </a:cubicBezTo>
                  <a:cubicBezTo>
                    <a:pt x="11962" y="9735"/>
                    <a:pt x="13786" y="9273"/>
                    <a:pt x="15610" y="9273"/>
                  </a:cubicBezTo>
                  <a:cubicBezTo>
                    <a:pt x="17337" y="9273"/>
                    <a:pt x="19065" y="9686"/>
                    <a:pt x="20640" y="10514"/>
                  </a:cubicBezTo>
                  <a:cubicBezTo>
                    <a:pt x="20640" y="10450"/>
                    <a:pt x="20642" y="10385"/>
                    <a:pt x="20642" y="10321"/>
                  </a:cubicBezTo>
                  <a:cubicBezTo>
                    <a:pt x="20642" y="4630"/>
                    <a:pt x="16012" y="0"/>
                    <a:pt x="10321" y="0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8" name="Google Shape;11168;p133"/>
            <p:cNvSpPr/>
            <p:nvPr/>
          </p:nvSpPr>
          <p:spPr>
            <a:xfrm>
              <a:off x="-4530521" y="1368739"/>
              <a:ext cx="104689" cy="137156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69" name="Google Shape;11169;p133"/>
            <p:cNvSpPr/>
            <p:nvPr/>
          </p:nvSpPr>
          <p:spPr>
            <a:xfrm>
              <a:off x="-4538959" y="1357324"/>
              <a:ext cx="67845" cy="66761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4781" y="1"/>
                  </a:moveTo>
                  <a:cubicBezTo>
                    <a:pt x="3141" y="1"/>
                    <a:pt x="1499" y="393"/>
                    <a:pt x="1" y="1178"/>
                  </a:cubicBezTo>
                  <a:cubicBezTo>
                    <a:pt x="2747" y="2923"/>
                    <a:pt x="4656" y="5871"/>
                    <a:pt x="4984" y="9276"/>
                  </a:cubicBezTo>
                  <a:cubicBezTo>
                    <a:pt x="7683" y="7574"/>
                    <a:pt x="9542" y="4656"/>
                    <a:pt x="9787" y="1300"/>
                  </a:cubicBezTo>
                  <a:cubicBezTo>
                    <a:pt x="8232" y="434"/>
                    <a:pt x="6507" y="1"/>
                    <a:pt x="4781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0" name="Google Shape;11170;p133"/>
            <p:cNvSpPr/>
            <p:nvPr/>
          </p:nvSpPr>
          <p:spPr>
            <a:xfrm>
              <a:off x="-4656807" y="1372721"/>
              <a:ext cx="104696" cy="137156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1" name="Google Shape;11171;p133"/>
            <p:cNvSpPr/>
            <p:nvPr/>
          </p:nvSpPr>
          <p:spPr>
            <a:xfrm>
              <a:off x="-4613819" y="1357324"/>
              <a:ext cx="67845" cy="66761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2" name="Google Shape;11172;p133"/>
            <p:cNvSpPr/>
            <p:nvPr/>
          </p:nvSpPr>
          <p:spPr>
            <a:xfrm>
              <a:off x="-4577363" y="1430210"/>
              <a:ext cx="69786" cy="65170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251" name="Google Shape;11251;p133"/>
          <p:cNvGrpSpPr/>
          <p:nvPr/>
        </p:nvGrpSpPr>
        <p:grpSpPr>
          <a:xfrm>
            <a:off x="4505407" y="3480656"/>
            <a:ext cx="304098" cy="365344"/>
            <a:chOff x="7721175" y="2093194"/>
            <a:chExt cx="599587" cy="62384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grpSp>
          <p:nvGrpSpPr>
            <p:cNvPr id="11252" name="Google Shape;11252;p133"/>
            <p:cNvGrpSpPr/>
            <p:nvPr/>
          </p:nvGrpSpPr>
          <p:grpSpPr>
            <a:xfrm>
              <a:off x="7721175" y="2093194"/>
              <a:ext cx="291605" cy="623846"/>
              <a:chOff x="9405575" y="2061418"/>
              <a:chExt cx="291605" cy="623846"/>
            </a:xfrm>
            <a:grpFill/>
          </p:grpSpPr>
          <p:sp>
            <p:nvSpPr>
              <p:cNvPr id="11253" name="Google Shape;11253;p133"/>
              <p:cNvSpPr/>
              <p:nvPr/>
            </p:nvSpPr>
            <p:spPr>
              <a:xfrm>
                <a:off x="9405575" y="2061418"/>
                <a:ext cx="291379" cy="623846"/>
              </a:xfrm>
              <a:custGeom>
                <a:avLst/>
                <a:gdLst/>
                <a:ahLst/>
                <a:cxnLst/>
                <a:rect l="l" t="t" r="r" b="b"/>
                <a:pathLst>
                  <a:path w="21253" h="45503" extrusionOk="0">
                    <a:moveTo>
                      <a:pt x="17225" y="1059"/>
                    </a:moveTo>
                    <a:cubicBezTo>
                      <a:pt x="20066" y="1059"/>
                      <a:pt x="20192" y="4831"/>
                      <a:pt x="20195" y="4980"/>
                    </a:cubicBezTo>
                    <a:lnTo>
                      <a:pt x="20195" y="42658"/>
                    </a:lnTo>
                    <a:cubicBezTo>
                      <a:pt x="19755" y="43076"/>
                      <a:pt x="18011" y="44441"/>
                      <a:pt x="14035" y="44441"/>
                    </a:cubicBezTo>
                    <a:cubicBezTo>
                      <a:pt x="9143" y="44441"/>
                      <a:pt x="6607" y="41481"/>
                      <a:pt x="6264" y="38549"/>
                    </a:cubicBezTo>
                    <a:cubicBezTo>
                      <a:pt x="6238" y="38342"/>
                      <a:pt x="6089" y="38168"/>
                      <a:pt x="5889" y="38106"/>
                    </a:cubicBezTo>
                    <a:cubicBezTo>
                      <a:pt x="5769" y="38071"/>
                      <a:pt x="2987" y="37194"/>
                      <a:pt x="3045" y="34127"/>
                    </a:cubicBezTo>
                    <a:cubicBezTo>
                      <a:pt x="3067" y="32998"/>
                      <a:pt x="3194" y="32212"/>
                      <a:pt x="3449" y="31665"/>
                    </a:cubicBezTo>
                    <a:cubicBezTo>
                      <a:pt x="3449" y="31665"/>
                      <a:pt x="3682" y="31319"/>
                      <a:pt x="3685" y="31277"/>
                    </a:cubicBezTo>
                    <a:cubicBezTo>
                      <a:pt x="3740" y="31205"/>
                      <a:pt x="3799" y="31141"/>
                      <a:pt x="3863" y="31082"/>
                    </a:cubicBezTo>
                    <a:cubicBezTo>
                      <a:pt x="4404" y="30567"/>
                      <a:pt x="5365" y="30335"/>
                      <a:pt x="7020" y="30335"/>
                    </a:cubicBezTo>
                    <a:cubicBezTo>
                      <a:pt x="7247" y="30335"/>
                      <a:pt x="7486" y="30339"/>
                      <a:pt x="7739" y="30348"/>
                    </a:cubicBezTo>
                    <a:cubicBezTo>
                      <a:pt x="8968" y="30388"/>
                      <a:pt x="10320" y="30407"/>
                      <a:pt x="11768" y="30407"/>
                    </a:cubicBezTo>
                    <a:cubicBezTo>
                      <a:pt x="11975" y="30407"/>
                      <a:pt x="12184" y="30407"/>
                      <a:pt x="12395" y="30406"/>
                    </a:cubicBezTo>
                    <a:lnTo>
                      <a:pt x="12408" y="30406"/>
                    </a:lnTo>
                    <a:cubicBezTo>
                      <a:pt x="12410" y="30406"/>
                      <a:pt x="12412" y="30406"/>
                      <a:pt x="12414" y="30406"/>
                    </a:cubicBezTo>
                    <a:cubicBezTo>
                      <a:pt x="14155" y="30406"/>
                      <a:pt x="15565" y="31819"/>
                      <a:pt x="15565" y="33561"/>
                    </a:cubicBezTo>
                    <a:lnTo>
                      <a:pt x="15565" y="35495"/>
                    </a:lnTo>
                    <a:cubicBezTo>
                      <a:pt x="15559" y="35793"/>
                      <a:pt x="15798" y="36039"/>
                      <a:pt x="16096" y="36039"/>
                    </a:cubicBezTo>
                    <a:cubicBezTo>
                      <a:pt x="16394" y="36039"/>
                      <a:pt x="16636" y="35793"/>
                      <a:pt x="16627" y="35495"/>
                    </a:cubicBezTo>
                    <a:lnTo>
                      <a:pt x="16627" y="33561"/>
                    </a:lnTo>
                    <a:cubicBezTo>
                      <a:pt x="16627" y="31233"/>
                      <a:pt x="14740" y="29345"/>
                      <a:pt x="12414" y="29345"/>
                    </a:cubicBezTo>
                    <a:cubicBezTo>
                      <a:pt x="12412" y="29345"/>
                      <a:pt x="12410" y="29345"/>
                      <a:pt x="12408" y="29345"/>
                    </a:cubicBezTo>
                    <a:lnTo>
                      <a:pt x="12392" y="29345"/>
                    </a:lnTo>
                    <a:cubicBezTo>
                      <a:pt x="12202" y="29346"/>
                      <a:pt x="12014" y="29346"/>
                      <a:pt x="11828" y="29346"/>
                    </a:cubicBezTo>
                    <a:cubicBezTo>
                      <a:pt x="10369" y="29346"/>
                      <a:pt x="9008" y="29324"/>
                      <a:pt x="7772" y="29287"/>
                    </a:cubicBezTo>
                    <a:cubicBezTo>
                      <a:pt x="7513" y="29278"/>
                      <a:pt x="7267" y="29274"/>
                      <a:pt x="7033" y="29274"/>
                    </a:cubicBezTo>
                    <a:cubicBezTo>
                      <a:pt x="5050" y="29274"/>
                      <a:pt x="3893" y="29586"/>
                      <a:pt x="3135" y="30309"/>
                    </a:cubicBezTo>
                    <a:cubicBezTo>
                      <a:pt x="3058" y="30380"/>
                      <a:pt x="2987" y="30458"/>
                      <a:pt x="2922" y="30536"/>
                    </a:cubicBezTo>
                    <a:cubicBezTo>
                      <a:pt x="1045" y="29510"/>
                      <a:pt x="1084" y="26828"/>
                      <a:pt x="1084" y="26799"/>
                    </a:cubicBezTo>
                    <a:lnTo>
                      <a:pt x="1084" y="26786"/>
                    </a:lnTo>
                    <a:lnTo>
                      <a:pt x="1084" y="21470"/>
                    </a:lnTo>
                    <a:cubicBezTo>
                      <a:pt x="1084" y="19979"/>
                      <a:pt x="1450" y="18885"/>
                      <a:pt x="2168" y="18212"/>
                    </a:cubicBezTo>
                    <a:cubicBezTo>
                      <a:pt x="2905" y="17528"/>
                      <a:pt x="3830" y="17480"/>
                      <a:pt x="4078" y="17480"/>
                    </a:cubicBezTo>
                    <a:cubicBezTo>
                      <a:pt x="4118" y="17480"/>
                      <a:pt x="4141" y="17481"/>
                      <a:pt x="4142" y="17481"/>
                    </a:cubicBezTo>
                    <a:cubicBezTo>
                      <a:pt x="4157" y="17483"/>
                      <a:pt x="4172" y="17483"/>
                      <a:pt x="4186" y="17483"/>
                    </a:cubicBezTo>
                    <a:cubicBezTo>
                      <a:pt x="4474" y="17483"/>
                      <a:pt x="4714" y="17249"/>
                      <a:pt x="4714" y="16954"/>
                    </a:cubicBezTo>
                    <a:lnTo>
                      <a:pt x="4714" y="12072"/>
                    </a:lnTo>
                    <a:cubicBezTo>
                      <a:pt x="4714" y="11082"/>
                      <a:pt x="4986" y="10325"/>
                      <a:pt x="5523" y="9820"/>
                    </a:cubicBezTo>
                    <a:cubicBezTo>
                      <a:pt x="6270" y="9115"/>
                      <a:pt x="7348" y="9065"/>
                      <a:pt x="7647" y="9065"/>
                    </a:cubicBezTo>
                    <a:cubicBezTo>
                      <a:pt x="7696" y="9065"/>
                      <a:pt x="7724" y="9066"/>
                      <a:pt x="7726" y="9066"/>
                    </a:cubicBezTo>
                    <a:cubicBezTo>
                      <a:pt x="7739" y="9067"/>
                      <a:pt x="7751" y="9067"/>
                      <a:pt x="7763" y="9067"/>
                    </a:cubicBezTo>
                    <a:cubicBezTo>
                      <a:pt x="8253" y="9067"/>
                      <a:pt x="8483" y="8447"/>
                      <a:pt x="8095" y="8128"/>
                    </a:cubicBezTo>
                    <a:cubicBezTo>
                      <a:pt x="7911" y="7976"/>
                      <a:pt x="7749" y="7749"/>
                      <a:pt x="7937" y="7216"/>
                    </a:cubicBezTo>
                    <a:cubicBezTo>
                      <a:pt x="8312" y="6167"/>
                      <a:pt x="9878" y="4614"/>
                      <a:pt x="11929" y="3269"/>
                    </a:cubicBezTo>
                    <a:cubicBezTo>
                      <a:pt x="13967" y="1926"/>
                      <a:pt x="16044" y="1059"/>
                      <a:pt x="17225" y="1059"/>
                    </a:cubicBezTo>
                    <a:close/>
                    <a:moveTo>
                      <a:pt x="17222" y="1"/>
                    </a:moveTo>
                    <a:cubicBezTo>
                      <a:pt x="14145" y="1"/>
                      <a:pt x="7898" y="4168"/>
                      <a:pt x="6937" y="6863"/>
                    </a:cubicBezTo>
                    <a:cubicBezTo>
                      <a:pt x="6782" y="7300"/>
                      <a:pt x="6752" y="7711"/>
                      <a:pt x="6846" y="8076"/>
                    </a:cubicBezTo>
                    <a:cubicBezTo>
                      <a:pt x="6241" y="8180"/>
                      <a:pt x="5452" y="8435"/>
                      <a:pt x="4805" y="9040"/>
                    </a:cubicBezTo>
                    <a:cubicBezTo>
                      <a:pt x="4041" y="9755"/>
                      <a:pt x="3656" y="10778"/>
                      <a:pt x="3656" y="12075"/>
                    </a:cubicBezTo>
                    <a:lnTo>
                      <a:pt x="3656" y="16446"/>
                    </a:lnTo>
                    <a:cubicBezTo>
                      <a:pt x="3093" y="16511"/>
                      <a:pt x="2220" y="16727"/>
                      <a:pt x="1460" y="17426"/>
                    </a:cubicBezTo>
                    <a:cubicBezTo>
                      <a:pt x="508" y="18303"/>
                      <a:pt x="23" y="19665"/>
                      <a:pt x="23" y="21470"/>
                    </a:cubicBezTo>
                    <a:lnTo>
                      <a:pt x="23" y="26779"/>
                    </a:lnTo>
                    <a:cubicBezTo>
                      <a:pt x="20" y="27006"/>
                      <a:pt x="0" y="30147"/>
                      <a:pt x="2388" y="31454"/>
                    </a:cubicBezTo>
                    <a:cubicBezTo>
                      <a:pt x="2136" y="32118"/>
                      <a:pt x="2006" y="32975"/>
                      <a:pt x="1984" y="34107"/>
                    </a:cubicBezTo>
                    <a:cubicBezTo>
                      <a:pt x="1922" y="37288"/>
                      <a:pt x="4352" y="38614"/>
                      <a:pt x="5254" y="38996"/>
                    </a:cubicBezTo>
                    <a:cubicBezTo>
                      <a:pt x="5533" y="40711"/>
                      <a:pt x="6429" y="42273"/>
                      <a:pt x="7797" y="43428"/>
                    </a:cubicBezTo>
                    <a:cubicBezTo>
                      <a:pt x="9405" y="44784"/>
                      <a:pt x="11560" y="45502"/>
                      <a:pt x="14035" y="45502"/>
                    </a:cubicBezTo>
                    <a:cubicBezTo>
                      <a:pt x="19270" y="45502"/>
                      <a:pt x="21065" y="43292"/>
                      <a:pt x="21140" y="43199"/>
                    </a:cubicBezTo>
                    <a:cubicBezTo>
                      <a:pt x="21214" y="43105"/>
                      <a:pt x="21253" y="42992"/>
                      <a:pt x="21253" y="42872"/>
                    </a:cubicBezTo>
                    <a:lnTo>
                      <a:pt x="21253" y="4967"/>
                    </a:lnTo>
                    <a:cubicBezTo>
                      <a:pt x="21217" y="3249"/>
                      <a:pt x="20328" y="1"/>
                      <a:pt x="172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4" name="Google Shape;11254;p133"/>
              <p:cNvSpPr/>
              <p:nvPr/>
            </p:nvSpPr>
            <p:spPr>
              <a:xfrm>
                <a:off x="9535402" y="2540968"/>
                <a:ext cx="161778" cy="68948"/>
              </a:xfrm>
              <a:custGeom>
                <a:avLst/>
                <a:gdLst/>
                <a:ahLst/>
                <a:cxnLst/>
                <a:rect l="l" t="t" r="r" b="b"/>
                <a:pathLst>
                  <a:path w="11800" h="5029" extrusionOk="0">
                    <a:moveTo>
                      <a:pt x="11270" y="1"/>
                    </a:moveTo>
                    <a:cubicBezTo>
                      <a:pt x="11264" y="1"/>
                      <a:pt x="11258" y="1"/>
                      <a:pt x="11252" y="1"/>
                    </a:cubicBezTo>
                    <a:lnTo>
                      <a:pt x="4326" y="1"/>
                    </a:lnTo>
                    <a:cubicBezTo>
                      <a:pt x="1938" y="4"/>
                      <a:pt x="0" y="1939"/>
                      <a:pt x="0" y="4327"/>
                    </a:cubicBezTo>
                    <a:lnTo>
                      <a:pt x="0" y="4498"/>
                    </a:lnTo>
                    <a:cubicBezTo>
                      <a:pt x="0" y="4789"/>
                      <a:pt x="236" y="5029"/>
                      <a:pt x="527" y="5029"/>
                    </a:cubicBezTo>
                    <a:cubicBezTo>
                      <a:pt x="822" y="5029"/>
                      <a:pt x="1061" y="4789"/>
                      <a:pt x="1058" y="4498"/>
                    </a:cubicBezTo>
                    <a:lnTo>
                      <a:pt x="1058" y="4327"/>
                    </a:lnTo>
                    <a:cubicBezTo>
                      <a:pt x="1061" y="2524"/>
                      <a:pt x="2524" y="1062"/>
                      <a:pt x="4326" y="1062"/>
                    </a:cubicBezTo>
                    <a:lnTo>
                      <a:pt x="11252" y="1062"/>
                    </a:lnTo>
                    <a:cubicBezTo>
                      <a:pt x="11256" y="1062"/>
                      <a:pt x="11260" y="1062"/>
                      <a:pt x="11264" y="1062"/>
                    </a:cubicBezTo>
                    <a:cubicBezTo>
                      <a:pt x="11557" y="1062"/>
                      <a:pt x="11799" y="825"/>
                      <a:pt x="11799" y="532"/>
                    </a:cubicBezTo>
                    <a:cubicBezTo>
                      <a:pt x="11799" y="237"/>
                      <a:pt x="11560" y="1"/>
                      <a:pt x="1127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5" name="Google Shape;11255;p133"/>
              <p:cNvSpPr/>
              <p:nvPr/>
            </p:nvSpPr>
            <p:spPr>
              <a:xfrm>
                <a:off x="9455875" y="2286606"/>
                <a:ext cx="137251" cy="112148"/>
              </a:xfrm>
              <a:custGeom>
                <a:avLst/>
                <a:gdLst/>
                <a:ahLst/>
                <a:cxnLst/>
                <a:rect l="l" t="t" r="r" b="b"/>
                <a:pathLst>
                  <a:path w="10011" h="8180" extrusionOk="0">
                    <a:moveTo>
                      <a:pt x="515" y="1"/>
                    </a:moveTo>
                    <a:cubicBezTo>
                      <a:pt x="230" y="7"/>
                      <a:pt x="0" y="243"/>
                      <a:pt x="0" y="531"/>
                    </a:cubicBezTo>
                    <a:cubicBezTo>
                      <a:pt x="0" y="819"/>
                      <a:pt x="230" y="1052"/>
                      <a:pt x="515" y="1062"/>
                    </a:cubicBezTo>
                    <a:lnTo>
                      <a:pt x="4979" y="1062"/>
                    </a:lnTo>
                    <a:cubicBezTo>
                      <a:pt x="7173" y="1062"/>
                      <a:pt x="8946" y="2838"/>
                      <a:pt x="8949" y="5031"/>
                    </a:cubicBezTo>
                    <a:lnTo>
                      <a:pt x="8949" y="7649"/>
                    </a:lnTo>
                    <a:cubicBezTo>
                      <a:pt x="8949" y="7943"/>
                      <a:pt x="9188" y="8179"/>
                      <a:pt x="9480" y="8179"/>
                    </a:cubicBezTo>
                    <a:cubicBezTo>
                      <a:pt x="9771" y="8179"/>
                      <a:pt x="10010" y="7943"/>
                      <a:pt x="10010" y="7652"/>
                    </a:cubicBezTo>
                    <a:lnTo>
                      <a:pt x="10010" y="5031"/>
                    </a:lnTo>
                    <a:cubicBezTo>
                      <a:pt x="10007" y="2252"/>
                      <a:pt x="7758" y="4"/>
                      <a:pt x="49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6" name="Google Shape;11256;p133"/>
              <p:cNvSpPr/>
              <p:nvPr/>
            </p:nvSpPr>
            <p:spPr>
              <a:xfrm>
                <a:off x="9578545" y="2355317"/>
                <a:ext cx="116370" cy="14560"/>
              </a:xfrm>
              <a:custGeom>
                <a:avLst/>
                <a:gdLst/>
                <a:ahLst/>
                <a:cxnLst/>
                <a:rect l="l" t="t" r="r" b="b"/>
                <a:pathLst>
                  <a:path w="8488" h="1062" extrusionOk="0">
                    <a:moveTo>
                      <a:pt x="519" y="0"/>
                    </a:moveTo>
                    <a:cubicBezTo>
                      <a:pt x="231" y="10"/>
                      <a:pt x="1" y="243"/>
                      <a:pt x="1" y="531"/>
                    </a:cubicBezTo>
                    <a:cubicBezTo>
                      <a:pt x="1" y="819"/>
                      <a:pt x="231" y="1051"/>
                      <a:pt x="519" y="1061"/>
                    </a:cubicBezTo>
                    <a:lnTo>
                      <a:pt x="7973" y="1061"/>
                    </a:lnTo>
                    <a:cubicBezTo>
                      <a:pt x="8261" y="1051"/>
                      <a:pt x="8487" y="819"/>
                      <a:pt x="8487" y="531"/>
                    </a:cubicBezTo>
                    <a:cubicBezTo>
                      <a:pt x="8487" y="243"/>
                      <a:pt x="8261" y="10"/>
                      <a:pt x="79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7" name="Google Shape;11257;p133"/>
              <p:cNvSpPr/>
              <p:nvPr/>
            </p:nvSpPr>
            <p:spPr>
              <a:xfrm>
                <a:off x="9533620" y="2389824"/>
                <a:ext cx="104429" cy="58240"/>
              </a:xfrm>
              <a:custGeom>
                <a:avLst/>
                <a:gdLst/>
                <a:ahLst/>
                <a:cxnLst/>
                <a:rect l="l" t="t" r="r" b="b"/>
                <a:pathLst>
                  <a:path w="7617" h="4248" extrusionOk="0">
                    <a:moveTo>
                      <a:pt x="2890" y="0"/>
                    </a:moveTo>
                    <a:cubicBezTo>
                      <a:pt x="1295" y="0"/>
                      <a:pt x="4" y="1294"/>
                      <a:pt x="1" y="2889"/>
                    </a:cubicBezTo>
                    <a:lnTo>
                      <a:pt x="1" y="3439"/>
                    </a:lnTo>
                    <a:cubicBezTo>
                      <a:pt x="10" y="3724"/>
                      <a:pt x="243" y="3954"/>
                      <a:pt x="531" y="3954"/>
                    </a:cubicBezTo>
                    <a:cubicBezTo>
                      <a:pt x="819" y="3954"/>
                      <a:pt x="1055" y="3724"/>
                      <a:pt x="1062" y="3439"/>
                    </a:cubicBezTo>
                    <a:lnTo>
                      <a:pt x="1062" y="2889"/>
                    </a:lnTo>
                    <a:cubicBezTo>
                      <a:pt x="1062" y="1880"/>
                      <a:pt x="1880" y="1061"/>
                      <a:pt x="2890" y="1058"/>
                    </a:cubicBezTo>
                    <a:lnTo>
                      <a:pt x="4669" y="1058"/>
                    </a:lnTo>
                    <a:cubicBezTo>
                      <a:pt x="5711" y="1061"/>
                      <a:pt x="6555" y="1902"/>
                      <a:pt x="6555" y="2944"/>
                    </a:cubicBezTo>
                    <a:lnTo>
                      <a:pt x="6555" y="3717"/>
                    </a:lnTo>
                    <a:cubicBezTo>
                      <a:pt x="6555" y="4012"/>
                      <a:pt x="6795" y="4248"/>
                      <a:pt x="7086" y="4248"/>
                    </a:cubicBezTo>
                    <a:cubicBezTo>
                      <a:pt x="7380" y="4248"/>
                      <a:pt x="7617" y="4012"/>
                      <a:pt x="7617" y="3717"/>
                    </a:cubicBezTo>
                    <a:lnTo>
                      <a:pt x="7617" y="2944"/>
                    </a:lnTo>
                    <a:cubicBezTo>
                      <a:pt x="7613" y="1320"/>
                      <a:pt x="6297" y="0"/>
                      <a:pt x="466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8" name="Google Shape;11258;p133"/>
              <p:cNvSpPr/>
              <p:nvPr/>
            </p:nvSpPr>
            <p:spPr>
              <a:xfrm>
                <a:off x="9504885" y="2171202"/>
                <a:ext cx="97684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7125" h="1059" extrusionOk="0">
                    <a:moveTo>
                      <a:pt x="6598" y="0"/>
                    </a:moveTo>
                    <a:cubicBezTo>
                      <a:pt x="6592" y="0"/>
                      <a:pt x="6587" y="0"/>
                      <a:pt x="6581" y="0"/>
                    </a:cubicBezTo>
                    <a:lnTo>
                      <a:pt x="515" y="0"/>
                    </a:lnTo>
                    <a:cubicBezTo>
                      <a:pt x="227" y="7"/>
                      <a:pt x="0" y="243"/>
                      <a:pt x="0" y="528"/>
                    </a:cubicBezTo>
                    <a:cubicBezTo>
                      <a:pt x="0" y="816"/>
                      <a:pt x="227" y="1052"/>
                      <a:pt x="515" y="1058"/>
                    </a:cubicBezTo>
                    <a:lnTo>
                      <a:pt x="6581" y="1058"/>
                    </a:lnTo>
                    <a:cubicBezTo>
                      <a:pt x="6587" y="1058"/>
                      <a:pt x="6592" y="1059"/>
                      <a:pt x="6598" y="1059"/>
                    </a:cubicBezTo>
                    <a:cubicBezTo>
                      <a:pt x="6888" y="1059"/>
                      <a:pt x="7124" y="823"/>
                      <a:pt x="7124" y="528"/>
                    </a:cubicBezTo>
                    <a:cubicBezTo>
                      <a:pt x="7124" y="236"/>
                      <a:pt x="6888" y="0"/>
                      <a:pt x="65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9" name="Google Shape;11259;p133"/>
              <p:cNvSpPr/>
              <p:nvPr/>
            </p:nvSpPr>
            <p:spPr>
              <a:xfrm>
                <a:off x="9587826" y="2129731"/>
                <a:ext cx="106993" cy="97464"/>
              </a:xfrm>
              <a:custGeom>
                <a:avLst/>
                <a:gdLst/>
                <a:ahLst/>
                <a:cxnLst/>
                <a:rect l="l" t="t" r="r" b="b"/>
                <a:pathLst>
                  <a:path w="7804" h="7109" extrusionOk="0">
                    <a:moveTo>
                      <a:pt x="4230" y="0"/>
                    </a:moveTo>
                    <a:cubicBezTo>
                      <a:pt x="4224" y="0"/>
                      <a:pt x="4218" y="0"/>
                      <a:pt x="4213" y="0"/>
                    </a:cubicBezTo>
                    <a:lnTo>
                      <a:pt x="3339" y="0"/>
                    </a:lnTo>
                    <a:cubicBezTo>
                      <a:pt x="1495" y="0"/>
                      <a:pt x="3" y="1495"/>
                      <a:pt x="0" y="3336"/>
                    </a:cubicBezTo>
                    <a:lnTo>
                      <a:pt x="0" y="3850"/>
                    </a:lnTo>
                    <a:cubicBezTo>
                      <a:pt x="3" y="5649"/>
                      <a:pt x="1459" y="7108"/>
                      <a:pt x="3258" y="7108"/>
                    </a:cubicBezTo>
                    <a:lnTo>
                      <a:pt x="7286" y="7108"/>
                    </a:lnTo>
                    <a:cubicBezTo>
                      <a:pt x="7574" y="7102"/>
                      <a:pt x="7804" y="6866"/>
                      <a:pt x="7804" y="6578"/>
                    </a:cubicBezTo>
                    <a:cubicBezTo>
                      <a:pt x="7804" y="6290"/>
                      <a:pt x="7574" y="6057"/>
                      <a:pt x="7286" y="6047"/>
                    </a:cubicBezTo>
                    <a:lnTo>
                      <a:pt x="3258" y="6047"/>
                    </a:lnTo>
                    <a:cubicBezTo>
                      <a:pt x="2045" y="6047"/>
                      <a:pt x="1061" y="5064"/>
                      <a:pt x="1061" y="3850"/>
                    </a:cubicBezTo>
                    <a:lnTo>
                      <a:pt x="1061" y="3336"/>
                    </a:lnTo>
                    <a:cubicBezTo>
                      <a:pt x="1061" y="2081"/>
                      <a:pt x="2080" y="1061"/>
                      <a:pt x="3339" y="1058"/>
                    </a:cubicBezTo>
                    <a:lnTo>
                      <a:pt x="4213" y="1058"/>
                    </a:lnTo>
                    <a:cubicBezTo>
                      <a:pt x="4218" y="1058"/>
                      <a:pt x="4224" y="1059"/>
                      <a:pt x="4230" y="1059"/>
                    </a:cubicBezTo>
                    <a:cubicBezTo>
                      <a:pt x="4520" y="1059"/>
                      <a:pt x="4756" y="823"/>
                      <a:pt x="4756" y="528"/>
                    </a:cubicBezTo>
                    <a:cubicBezTo>
                      <a:pt x="4756" y="236"/>
                      <a:pt x="4520" y="0"/>
                      <a:pt x="42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0" name="Google Shape;11260;p133"/>
            <p:cNvGrpSpPr/>
            <p:nvPr/>
          </p:nvGrpSpPr>
          <p:grpSpPr>
            <a:xfrm flipH="1">
              <a:off x="8029157" y="2093194"/>
              <a:ext cx="291605" cy="623846"/>
              <a:chOff x="9405575" y="2061418"/>
              <a:chExt cx="291605" cy="623846"/>
            </a:xfrm>
            <a:grpFill/>
          </p:grpSpPr>
          <p:sp>
            <p:nvSpPr>
              <p:cNvPr id="11261" name="Google Shape;11261;p133"/>
              <p:cNvSpPr/>
              <p:nvPr/>
            </p:nvSpPr>
            <p:spPr>
              <a:xfrm>
                <a:off x="9405575" y="2061418"/>
                <a:ext cx="291379" cy="623846"/>
              </a:xfrm>
              <a:custGeom>
                <a:avLst/>
                <a:gdLst/>
                <a:ahLst/>
                <a:cxnLst/>
                <a:rect l="l" t="t" r="r" b="b"/>
                <a:pathLst>
                  <a:path w="21253" h="45503" extrusionOk="0">
                    <a:moveTo>
                      <a:pt x="17225" y="1059"/>
                    </a:moveTo>
                    <a:cubicBezTo>
                      <a:pt x="20066" y="1059"/>
                      <a:pt x="20192" y="4831"/>
                      <a:pt x="20195" y="4980"/>
                    </a:cubicBezTo>
                    <a:lnTo>
                      <a:pt x="20195" y="42658"/>
                    </a:lnTo>
                    <a:cubicBezTo>
                      <a:pt x="19755" y="43076"/>
                      <a:pt x="18011" y="44441"/>
                      <a:pt x="14035" y="44441"/>
                    </a:cubicBezTo>
                    <a:cubicBezTo>
                      <a:pt x="9143" y="44441"/>
                      <a:pt x="6607" y="41481"/>
                      <a:pt x="6264" y="38549"/>
                    </a:cubicBezTo>
                    <a:cubicBezTo>
                      <a:pt x="6238" y="38342"/>
                      <a:pt x="6089" y="38168"/>
                      <a:pt x="5889" y="38106"/>
                    </a:cubicBezTo>
                    <a:cubicBezTo>
                      <a:pt x="5769" y="38071"/>
                      <a:pt x="2987" y="37194"/>
                      <a:pt x="3045" y="34127"/>
                    </a:cubicBezTo>
                    <a:cubicBezTo>
                      <a:pt x="3067" y="32998"/>
                      <a:pt x="3194" y="32212"/>
                      <a:pt x="3449" y="31665"/>
                    </a:cubicBezTo>
                    <a:cubicBezTo>
                      <a:pt x="3449" y="31665"/>
                      <a:pt x="3682" y="31319"/>
                      <a:pt x="3685" y="31277"/>
                    </a:cubicBezTo>
                    <a:cubicBezTo>
                      <a:pt x="3740" y="31205"/>
                      <a:pt x="3799" y="31141"/>
                      <a:pt x="3863" y="31082"/>
                    </a:cubicBezTo>
                    <a:cubicBezTo>
                      <a:pt x="4404" y="30567"/>
                      <a:pt x="5365" y="30335"/>
                      <a:pt x="7020" y="30335"/>
                    </a:cubicBezTo>
                    <a:cubicBezTo>
                      <a:pt x="7247" y="30335"/>
                      <a:pt x="7486" y="30339"/>
                      <a:pt x="7739" y="30348"/>
                    </a:cubicBezTo>
                    <a:cubicBezTo>
                      <a:pt x="8968" y="30388"/>
                      <a:pt x="10320" y="30407"/>
                      <a:pt x="11768" y="30407"/>
                    </a:cubicBezTo>
                    <a:cubicBezTo>
                      <a:pt x="11975" y="30407"/>
                      <a:pt x="12184" y="30407"/>
                      <a:pt x="12395" y="30406"/>
                    </a:cubicBezTo>
                    <a:lnTo>
                      <a:pt x="12408" y="30406"/>
                    </a:lnTo>
                    <a:cubicBezTo>
                      <a:pt x="12410" y="30406"/>
                      <a:pt x="12412" y="30406"/>
                      <a:pt x="12414" y="30406"/>
                    </a:cubicBezTo>
                    <a:cubicBezTo>
                      <a:pt x="14155" y="30406"/>
                      <a:pt x="15565" y="31819"/>
                      <a:pt x="15565" y="33561"/>
                    </a:cubicBezTo>
                    <a:lnTo>
                      <a:pt x="15565" y="35495"/>
                    </a:lnTo>
                    <a:cubicBezTo>
                      <a:pt x="15559" y="35793"/>
                      <a:pt x="15798" y="36039"/>
                      <a:pt x="16096" y="36039"/>
                    </a:cubicBezTo>
                    <a:cubicBezTo>
                      <a:pt x="16394" y="36039"/>
                      <a:pt x="16636" y="35793"/>
                      <a:pt x="16627" y="35495"/>
                    </a:cubicBezTo>
                    <a:lnTo>
                      <a:pt x="16627" y="33561"/>
                    </a:lnTo>
                    <a:cubicBezTo>
                      <a:pt x="16627" y="31233"/>
                      <a:pt x="14740" y="29345"/>
                      <a:pt x="12414" y="29345"/>
                    </a:cubicBezTo>
                    <a:cubicBezTo>
                      <a:pt x="12412" y="29345"/>
                      <a:pt x="12410" y="29345"/>
                      <a:pt x="12408" y="29345"/>
                    </a:cubicBezTo>
                    <a:lnTo>
                      <a:pt x="12392" y="29345"/>
                    </a:lnTo>
                    <a:cubicBezTo>
                      <a:pt x="12202" y="29346"/>
                      <a:pt x="12014" y="29346"/>
                      <a:pt x="11828" y="29346"/>
                    </a:cubicBezTo>
                    <a:cubicBezTo>
                      <a:pt x="10369" y="29346"/>
                      <a:pt x="9008" y="29324"/>
                      <a:pt x="7772" y="29287"/>
                    </a:cubicBezTo>
                    <a:cubicBezTo>
                      <a:pt x="7513" y="29278"/>
                      <a:pt x="7267" y="29274"/>
                      <a:pt x="7033" y="29274"/>
                    </a:cubicBezTo>
                    <a:cubicBezTo>
                      <a:pt x="5050" y="29274"/>
                      <a:pt x="3893" y="29586"/>
                      <a:pt x="3135" y="30309"/>
                    </a:cubicBezTo>
                    <a:cubicBezTo>
                      <a:pt x="3058" y="30380"/>
                      <a:pt x="2987" y="30458"/>
                      <a:pt x="2922" y="30536"/>
                    </a:cubicBezTo>
                    <a:cubicBezTo>
                      <a:pt x="1045" y="29510"/>
                      <a:pt x="1084" y="26828"/>
                      <a:pt x="1084" y="26799"/>
                    </a:cubicBezTo>
                    <a:lnTo>
                      <a:pt x="1084" y="26786"/>
                    </a:lnTo>
                    <a:lnTo>
                      <a:pt x="1084" y="21470"/>
                    </a:lnTo>
                    <a:cubicBezTo>
                      <a:pt x="1084" y="19979"/>
                      <a:pt x="1450" y="18885"/>
                      <a:pt x="2168" y="18212"/>
                    </a:cubicBezTo>
                    <a:cubicBezTo>
                      <a:pt x="2905" y="17528"/>
                      <a:pt x="3830" y="17480"/>
                      <a:pt x="4078" y="17480"/>
                    </a:cubicBezTo>
                    <a:cubicBezTo>
                      <a:pt x="4118" y="17480"/>
                      <a:pt x="4141" y="17481"/>
                      <a:pt x="4142" y="17481"/>
                    </a:cubicBezTo>
                    <a:cubicBezTo>
                      <a:pt x="4157" y="17483"/>
                      <a:pt x="4172" y="17483"/>
                      <a:pt x="4186" y="17483"/>
                    </a:cubicBezTo>
                    <a:cubicBezTo>
                      <a:pt x="4474" y="17483"/>
                      <a:pt x="4714" y="17249"/>
                      <a:pt x="4714" y="16954"/>
                    </a:cubicBezTo>
                    <a:lnTo>
                      <a:pt x="4714" y="12072"/>
                    </a:lnTo>
                    <a:cubicBezTo>
                      <a:pt x="4714" y="11082"/>
                      <a:pt x="4986" y="10325"/>
                      <a:pt x="5523" y="9820"/>
                    </a:cubicBezTo>
                    <a:cubicBezTo>
                      <a:pt x="6270" y="9115"/>
                      <a:pt x="7348" y="9065"/>
                      <a:pt x="7647" y="9065"/>
                    </a:cubicBezTo>
                    <a:cubicBezTo>
                      <a:pt x="7696" y="9065"/>
                      <a:pt x="7724" y="9066"/>
                      <a:pt x="7726" y="9066"/>
                    </a:cubicBezTo>
                    <a:cubicBezTo>
                      <a:pt x="7739" y="9067"/>
                      <a:pt x="7751" y="9067"/>
                      <a:pt x="7763" y="9067"/>
                    </a:cubicBezTo>
                    <a:cubicBezTo>
                      <a:pt x="8253" y="9067"/>
                      <a:pt x="8483" y="8447"/>
                      <a:pt x="8095" y="8128"/>
                    </a:cubicBezTo>
                    <a:cubicBezTo>
                      <a:pt x="7911" y="7976"/>
                      <a:pt x="7749" y="7749"/>
                      <a:pt x="7937" y="7216"/>
                    </a:cubicBezTo>
                    <a:cubicBezTo>
                      <a:pt x="8312" y="6167"/>
                      <a:pt x="9878" y="4614"/>
                      <a:pt x="11929" y="3269"/>
                    </a:cubicBezTo>
                    <a:cubicBezTo>
                      <a:pt x="13967" y="1926"/>
                      <a:pt x="16044" y="1059"/>
                      <a:pt x="17225" y="1059"/>
                    </a:cubicBezTo>
                    <a:close/>
                    <a:moveTo>
                      <a:pt x="17222" y="1"/>
                    </a:moveTo>
                    <a:cubicBezTo>
                      <a:pt x="14145" y="1"/>
                      <a:pt x="7898" y="4168"/>
                      <a:pt x="6937" y="6863"/>
                    </a:cubicBezTo>
                    <a:cubicBezTo>
                      <a:pt x="6782" y="7300"/>
                      <a:pt x="6752" y="7711"/>
                      <a:pt x="6846" y="8076"/>
                    </a:cubicBezTo>
                    <a:cubicBezTo>
                      <a:pt x="6241" y="8180"/>
                      <a:pt x="5452" y="8435"/>
                      <a:pt x="4805" y="9040"/>
                    </a:cubicBezTo>
                    <a:cubicBezTo>
                      <a:pt x="4041" y="9755"/>
                      <a:pt x="3656" y="10778"/>
                      <a:pt x="3656" y="12075"/>
                    </a:cubicBezTo>
                    <a:lnTo>
                      <a:pt x="3656" y="16446"/>
                    </a:lnTo>
                    <a:cubicBezTo>
                      <a:pt x="3093" y="16511"/>
                      <a:pt x="2220" y="16727"/>
                      <a:pt x="1460" y="17426"/>
                    </a:cubicBezTo>
                    <a:cubicBezTo>
                      <a:pt x="508" y="18303"/>
                      <a:pt x="23" y="19665"/>
                      <a:pt x="23" y="21470"/>
                    </a:cubicBezTo>
                    <a:lnTo>
                      <a:pt x="23" y="26779"/>
                    </a:lnTo>
                    <a:cubicBezTo>
                      <a:pt x="20" y="27006"/>
                      <a:pt x="0" y="30147"/>
                      <a:pt x="2388" y="31454"/>
                    </a:cubicBezTo>
                    <a:cubicBezTo>
                      <a:pt x="2136" y="32118"/>
                      <a:pt x="2006" y="32975"/>
                      <a:pt x="1984" y="34107"/>
                    </a:cubicBezTo>
                    <a:cubicBezTo>
                      <a:pt x="1922" y="37288"/>
                      <a:pt x="4352" y="38614"/>
                      <a:pt x="5254" y="38996"/>
                    </a:cubicBezTo>
                    <a:cubicBezTo>
                      <a:pt x="5533" y="40711"/>
                      <a:pt x="6429" y="42273"/>
                      <a:pt x="7797" y="43428"/>
                    </a:cubicBezTo>
                    <a:cubicBezTo>
                      <a:pt x="9405" y="44784"/>
                      <a:pt x="11560" y="45502"/>
                      <a:pt x="14035" y="45502"/>
                    </a:cubicBezTo>
                    <a:cubicBezTo>
                      <a:pt x="19270" y="45502"/>
                      <a:pt x="21065" y="43292"/>
                      <a:pt x="21140" y="43199"/>
                    </a:cubicBezTo>
                    <a:cubicBezTo>
                      <a:pt x="21214" y="43105"/>
                      <a:pt x="21253" y="42992"/>
                      <a:pt x="21253" y="42872"/>
                    </a:cubicBezTo>
                    <a:lnTo>
                      <a:pt x="21253" y="4967"/>
                    </a:lnTo>
                    <a:cubicBezTo>
                      <a:pt x="21217" y="3249"/>
                      <a:pt x="20328" y="1"/>
                      <a:pt x="172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2" name="Google Shape;11262;p133"/>
              <p:cNvSpPr/>
              <p:nvPr/>
            </p:nvSpPr>
            <p:spPr>
              <a:xfrm>
                <a:off x="9535402" y="2540968"/>
                <a:ext cx="161778" cy="68948"/>
              </a:xfrm>
              <a:custGeom>
                <a:avLst/>
                <a:gdLst/>
                <a:ahLst/>
                <a:cxnLst/>
                <a:rect l="l" t="t" r="r" b="b"/>
                <a:pathLst>
                  <a:path w="11800" h="5029" extrusionOk="0">
                    <a:moveTo>
                      <a:pt x="11270" y="1"/>
                    </a:moveTo>
                    <a:cubicBezTo>
                      <a:pt x="11264" y="1"/>
                      <a:pt x="11258" y="1"/>
                      <a:pt x="11252" y="1"/>
                    </a:cubicBezTo>
                    <a:lnTo>
                      <a:pt x="4326" y="1"/>
                    </a:lnTo>
                    <a:cubicBezTo>
                      <a:pt x="1938" y="4"/>
                      <a:pt x="0" y="1939"/>
                      <a:pt x="0" y="4327"/>
                    </a:cubicBezTo>
                    <a:lnTo>
                      <a:pt x="0" y="4498"/>
                    </a:lnTo>
                    <a:cubicBezTo>
                      <a:pt x="0" y="4789"/>
                      <a:pt x="236" y="5029"/>
                      <a:pt x="527" y="5029"/>
                    </a:cubicBezTo>
                    <a:cubicBezTo>
                      <a:pt x="822" y="5029"/>
                      <a:pt x="1061" y="4789"/>
                      <a:pt x="1058" y="4498"/>
                    </a:cubicBezTo>
                    <a:lnTo>
                      <a:pt x="1058" y="4327"/>
                    </a:lnTo>
                    <a:cubicBezTo>
                      <a:pt x="1061" y="2524"/>
                      <a:pt x="2524" y="1062"/>
                      <a:pt x="4326" y="1062"/>
                    </a:cubicBezTo>
                    <a:lnTo>
                      <a:pt x="11252" y="1062"/>
                    </a:lnTo>
                    <a:cubicBezTo>
                      <a:pt x="11256" y="1062"/>
                      <a:pt x="11260" y="1062"/>
                      <a:pt x="11264" y="1062"/>
                    </a:cubicBezTo>
                    <a:cubicBezTo>
                      <a:pt x="11557" y="1062"/>
                      <a:pt x="11799" y="825"/>
                      <a:pt x="11799" y="532"/>
                    </a:cubicBezTo>
                    <a:cubicBezTo>
                      <a:pt x="11799" y="237"/>
                      <a:pt x="11560" y="1"/>
                      <a:pt x="1127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3" name="Google Shape;11263;p133"/>
              <p:cNvSpPr/>
              <p:nvPr/>
            </p:nvSpPr>
            <p:spPr>
              <a:xfrm>
                <a:off x="9455875" y="2286606"/>
                <a:ext cx="137251" cy="112148"/>
              </a:xfrm>
              <a:custGeom>
                <a:avLst/>
                <a:gdLst/>
                <a:ahLst/>
                <a:cxnLst/>
                <a:rect l="l" t="t" r="r" b="b"/>
                <a:pathLst>
                  <a:path w="10011" h="8180" extrusionOk="0">
                    <a:moveTo>
                      <a:pt x="515" y="1"/>
                    </a:moveTo>
                    <a:cubicBezTo>
                      <a:pt x="230" y="7"/>
                      <a:pt x="0" y="243"/>
                      <a:pt x="0" y="531"/>
                    </a:cubicBezTo>
                    <a:cubicBezTo>
                      <a:pt x="0" y="819"/>
                      <a:pt x="230" y="1052"/>
                      <a:pt x="515" y="1062"/>
                    </a:cubicBezTo>
                    <a:lnTo>
                      <a:pt x="4979" y="1062"/>
                    </a:lnTo>
                    <a:cubicBezTo>
                      <a:pt x="7173" y="1062"/>
                      <a:pt x="8946" y="2838"/>
                      <a:pt x="8949" y="5031"/>
                    </a:cubicBezTo>
                    <a:lnTo>
                      <a:pt x="8949" y="7649"/>
                    </a:lnTo>
                    <a:cubicBezTo>
                      <a:pt x="8949" y="7943"/>
                      <a:pt x="9188" y="8179"/>
                      <a:pt x="9480" y="8179"/>
                    </a:cubicBezTo>
                    <a:cubicBezTo>
                      <a:pt x="9771" y="8179"/>
                      <a:pt x="10010" y="7943"/>
                      <a:pt x="10010" y="7652"/>
                    </a:cubicBezTo>
                    <a:lnTo>
                      <a:pt x="10010" y="5031"/>
                    </a:lnTo>
                    <a:cubicBezTo>
                      <a:pt x="10007" y="2252"/>
                      <a:pt x="7758" y="4"/>
                      <a:pt x="49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4" name="Google Shape;11264;p133"/>
              <p:cNvSpPr/>
              <p:nvPr/>
            </p:nvSpPr>
            <p:spPr>
              <a:xfrm>
                <a:off x="9578545" y="2355317"/>
                <a:ext cx="116370" cy="14560"/>
              </a:xfrm>
              <a:custGeom>
                <a:avLst/>
                <a:gdLst/>
                <a:ahLst/>
                <a:cxnLst/>
                <a:rect l="l" t="t" r="r" b="b"/>
                <a:pathLst>
                  <a:path w="8488" h="1062" extrusionOk="0">
                    <a:moveTo>
                      <a:pt x="519" y="0"/>
                    </a:moveTo>
                    <a:cubicBezTo>
                      <a:pt x="231" y="10"/>
                      <a:pt x="1" y="243"/>
                      <a:pt x="1" y="531"/>
                    </a:cubicBezTo>
                    <a:cubicBezTo>
                      <a:pt x="1" y="819"/>
                      <a:pt x="231" y="1051"/>
                      <a:pt x="519" y="1061"/>
                    </a:cubicBezTo>
                    <a:lnTo>
                      <a:pt x="7973" y="1061"/>
                    </a:lnTo>
                    <a:cubicBezTo>
                      <a:pt x="8261" y="1051"/>
                      <a:pt x="8487" y="819"/>
                      <a:pt x="8487" y="531"/>
                    </a:cubicBezTo>
                    <a:cubicBezTo>
                      <a:pt x="8487" y="243"/>
                      <a:pt x="8261" y="10"/>
                      <a:pt x="79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5" name="Google Shape;11265;p133"/>
              <p:cNvSpPr/>
              <p:nvPr/>
            </p:nvSpPr>
            <p:spPr>
              <a:xfrm>
                <a:off x="9533620" y="2389824"/>
                <a:ext cx="104429" cy="58240"/>
              </a:xfrm>
              <a:custGeom>
                <a:avLst/>
                <a:gdLst/>
                <a:ahLst/>
                <a:cxnLst/>
                <a:rect l="l" t="t" r="r" b="b"/>
                <a:pathLst>
                  <a:path w="7617" h="4248" extrusionOk="0">
                    <a:moveTo>
                      <a:pt x="2890" y="0"/>
                    </a:moveTo>
                    <a:cubicBezTo>
                      <a:pt x="1295" y="0"/>
                      <a:pt x="4" y="1294"/>
                      <a:pt x="1" y="2889"/>
                    </a:cubicBezTo>
                    <a:lnTo>
                      <a:pt x="1" y="3439"/>
                    </a:lnTo>
                    <a:cubicBezTo>
                      <a:pt x="10" y="3724"/>
                      <a:pt x="243" y="3954"/>
                      <a:pt x="531" y="3954"/>
                    </a:cubicBezTo>
                    <a:cubicBezTo>
                      <a:pt x="819" y="3954"/>
                      <a:pt x="1055" y="3724"/>
                      <a:pt x="1062" y="3439"/>
                    </a:cubicBezTo>
                    <a:lnTo>
                      <a:pt x="1062" y="2889"/>
                    </a:lnTo>
                    <a:cubicBezTo>
                      <a:pt x="1062" y="1880"/>
                      <a:pt x="1880" y="1061"/>
                      <a:pt x="2890" y="1058"/>
                    </a:cubicBezTo>
                    <a:lnTo>
                      <a:pt x="4669" y="1058"/>
                    </a:lnTo>
                    <a:cubicBezTo>
                      <a:pt x="5711" y="1061"/>
                      <a:pt x="6555" y="1902"/>
                      <a:pt x="6555" y="2944"/>
                    </a:cubicBezTo>
                    <a:lnTo>
                      <a:pt x="6555" y="3717"/>
                    </a:lnTo>
                    <a:cubicBezTo>
                      <a:pt x="6555" y="4012"/>
                      <a:pt x="6795" y="4248"/>
                      <a:pt x="7086" y="4248"/>
                    </a:cubicBezTo>
                    <a:cubicBezTo>
                      <a:pt x="7380" y="4248"/>
                      <a:pt x="7617" y="4012"/>
                      <a:pt x="7617" y="3717"/>
                    </a:cubicBezTo>
                    <a:lnTo>
                      <a:pt x="7617" y="2944"/>
                    </a:lnTo>
                    <a:cubicBezTo>
                      <a:pt x="7613" y="1320"/>
                      <a:pt x="6297" y="0"/>
                      <a:pt x="466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6" name="Google Shape;11266;p133"/>
              <p:cNvSpPr/>
              <p:nvPr/>
            </p:nvSpPr>
            <p:spPr>
              <a:xfrm>
                <a:off x="9504885" y="2171202"/>
                <a:ext cx="97684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7125" h="1059" extrusionOk="0">
                    <a:moveTo>
                      <a:pt x="6598" y="0"/>
                    </a:moveTo>
                    <a:cubicBezTo>
                      <a:pt x="6592" y="0"/>
                      <a:pt x="6587" y="0"/>
                      <a:pt x="6581" y="0"/>
                    </a:cubicBezTo>
                    <a:lnTo>
                      <a:pt x="515" y="0"/>
                    </a:lnTo>
                    <a:cubicBezTo>
                      <a:pt x="227" y="7"/>
                      <a:pt x="0" y="243"/>
                      <a:pt x="0" y="528"/>
                    </a:cubicBezTo>
                    <a:cubicBezTo>
                      <a:pt x="0" y="816"/>
                      <a:pt x="227" y="1052"/>
                      <a:pt x="515" y="1058"/>
                    </a:cubicBezTo>
                    <a:lnTo>
                      <a:pt x="6581" y="1058"/>
                    </a:lnTo>
                    <a:cubicBezTo>
                      <a:pt x="6587" y="1058"/>
                      <a:pt x="6592" y="1059"/>
                      <a:pt x="6598" y="1059"/>
                    </a:cubicBezTo>
                    <a:cubicBezTo>
                      <a:pt x="6888" y="1059"/>
                      <a:pt x="7124" y="823"/>
                      <a:pt x="7124" y="528"/>
                    </a:cubicBezTo>
                    <a:cubicBezTo>
                      <a:pt x="7124" y="236"/>
                      <a:pt x="6888" y="0"/>
                      <a:pt x="65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7" name="Google Shape;11267;p133"/>
              <p:cNvSpPr/>
              <p:nvPr/>
            </p:nvSpPr>
            <p:spPr>
              <a:xfrm>
                <a:off x="9587826" y="2129731"/>
                <a:ext cx="106993" cy="97464"/>
              </a:xfrm>
              <a:custGeom>
                <a:avLst/>
                <a:gdLst/>
                <a:ahLst/>
                <a:cxnLst/>
                <a:rect l="l" t="t" r="r" b="b"/>
                <a:pathLst>
                  <a:path w="7804" h="7109" extrusionOk="0">
                    <a:moveTo>
                      <a:pt x="4230" y="0"/>
                    </a:moveTo>
                    <a:cubicBezTo>
                      <a:pt x="4224" y="0"/>
                      <a:pt x="4218" y="0"/>
                      <a:pt x="4213" y="0"/>
                    </a:cubicBezTo>
                    <a:lnTo>
                      <a:pt x="3339" y="0"/>
                    </a:lnTo>
                    <a:cubicBezTo>
                      <a:pt x="1495" y="0"/>
                      <a:pt x="3" y="1495"/>
                      <a:pt x="0" y="3336"/>
                    </a:cubicBezTo>
                    <a:lnTo>
                      <a:pt x="0" y="3850"/>
                    </a:lnTo>
                    <a:cubicBezTo>
                      <a:pt x="3" y="5649"/>
                      <a:pt x="1459" y="7108"/>
                      <a:pt x="3258" y="7108"/>
                    </a:cubicBezTo>
                    <a:lnTo>
                      <a:pt x="7286" y="7108"/>
                    </a:lnTo>
                    <a:cubicBezTo>
                      <a:pt x="7574" y="7102"/>
                      <a:pt x="7804" y="6866"/>
                      <a:pt x="7804" y="6578"/>
                    </a:cubicBezTo>
                    <a:cubicBezTo>
                      <a:pt x="7804" y="6290"/>
                      <a:pt x="7574" y="6057"/>
                      <a:pt x="7286" y="6047"/>
                    </a:cubicBezTo>
                    <a:lnTo>
                      <a:pt x="3258" y="6047"/>
                    </a:lnTo>
                    <a:cubicBezTo>
                      <a:pt x="2045" y="6047"/>
                      <a:pt x="1061" y="5064"/>
                      <a:pt x="1061" y="3850"/>
                    </a:cubicBezTo>
                    <a:lnTo>
                      <a:pt x="1061" y="3336"/>
                    </a:lnTo>
                    <a:cubicBezTo>
                      <a:pt x="1061" y="2081"/>
                      <a:pt x="2080" y="1061"/>
                      <a:pt x="3339" y="1058"/>
                    </a:cubicBezTo>
                    <a:lnTo>
                      <a:pt x="4213" y="1058"/>
                    </a:lnTo>
                    <a:cubicBezTo>
                      <a:pt x="4218" y="1058"/>
                      <a:pt x="4224" y="1059"/>
                      <a:pt x="4230" y="1059"/>
                    </a:cubicBezTo>
                    <a:cubicBezTo>
                      <a:pt x="4520" y="1059"/>
                      <a:pt x="4756" y="823"/>
                      <a:pt x="4756" y="528"/>
                    </a:cubicBezTo>
                    <a:cubicBezTo>
                      <a:pt x="4756" y="236"/>
                      <a:pt x="4520" y="0"/>
                      <a:pt x="42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1BA418D-58A7-5086-2ED4-A075BBA1C319}"/>
              </a:ext>
            </a:extLst>
          </p:cNvPr>
          <p:cNvGrpSpPr/>
          <p:nvPr/>
        </p:nvGrpSpPr>
        <p:grpSpPr>
          <a:xfrm>
            <a:off x="7860681" y="2851643"/>
            <a:ext cx="405956" cy="386669"/>
            <a:chOff x="-3061413" y="501171"/>
            <a:chExt cx="231548" cy="215851"/>
          </a:xfrm>
        </p:grpSpPr>
        <p:grpSp>
          <p:nvGrpSpPr>
            <p:cNvPr id="11466" name="Google Shape;11466;p133"/>
            <p:cNvGrpSpPr/>
            <p:nvPr/>
          </p:nvGrpSpPr>
          <p:grpSpPr>
            <a:xfrm>
              <a:off x="-3061413" y="501171"/>
              <a:ext cx="231548" cy="192744"/>
              <a:chOff x="2499700" y="1135950"/>
              <a:chExt cx="732402" cy="694705"/>
            </a:xfrm>
          </p:grpSpPr>
          <p:sp>
            <p:nvSpPr>
              <p:cNvPr id="11467" name="Google Shape;11467;p133"/>
              <p:cNvSpPr/>
              <p:nvPr/>
            </p:nvSpPr>
            <p:spPr>
              <a:xfrm>
                <a:off x="2721907" y="1135950"/>
                <a:ext cx="288719" cy="199571"/>
              </a:xfrm>
              <a:custGeom>
                <a:avLst/>
                <a:gdLst/>
                <a:ahLst/>
                <a:cxnLst/>
                <a:rect l="l" t="t" r="r" b="b"/>
                <a:pathLst>
                  <a:path w="81559" h="56376" extrusionOk="0">
                    <a:moveTo>
                      <a:pt x="40780" y="1"/>
                    </a:moveTo>
                    <a:cubicBezTo>
                      <a:pt x="38862" y="1"/>
                      <a:pt x="36944" y="556"/>
                      <a:pt x="35329" y="1666"/>
                    </a:cubicBezTo>
                    <a:cubicBezTo>
                      <a:pt x="24427" y="9338"/>
                      <a:pt x="1211" y="28718"/>
                      <a:pt x="0" y="51329"/>
                    </a:cubicBezTo>
                    <a:lnTo>
                      <a:pt x="1211" y="51732"/>
                    </a:lnTo>
                    <a:cubicBezTo>
                      <a:pt x="4845" y="52944"/>
                      <a:pt x="8479" y="54357"/>
                      <a:pt x="12113" y="56174"/>
                    </a:cubicBezTo>
                    <a:lnTo>
                      <a:pt x="12113" y="53145"/>
                    </a:lnTo>
                    <a:cubicBezTo>
                      <a:pt x="12113" y="36591"/>
                      <a:pt x="29071" y="22662"/>
                      <a:pt x="36944" y="17009"/>
                    </a:cubicBezTo>
                    <a:cubicBezTo>
                      <a:pt x="38155" y="16202"/>
                      <a:pt x="39467" y="15798"/>
                      <a:pt x="40780" y="15798"/>
                    </a:cubicBezTo>
                    <a:cubicBezTo>
                      <a:pt x="42092" y="15798"/>
                      <a:pt x="43404" y="16202"/>
                      <a:pt x="44615" y="17009"/>
                    </a:cubicBezTo>
                    <a:cubicBezTo>
                      <a:pt x="52489" y="22662"/>
                      <a:pt x="69446" y="36591"/>
                      <a:pt x="69446" y="53145"/>
                    </a:cubicBezTo>
                    <a:lnTo>
                      <a:pt x="69446" y="56376"/>
                    </a:lnTo>
                    <a:cubicBezTo>
                      <a:pt x="72878" y="54559"/>
                      <a:pt x="76512" y="53145"/>
                      <a:pt x="80146" y="51934"/>
                    </a:cubicBezTo>
                    <a:lnTo>
                      <a:pt x="81559" y="51530"/>
                    </a:lnTo>
                    <a:cubicBezTo>
                      <a:pt x="80751" y="28920"/>
                      <a:pt x="57132" y="9540"/>
                      <a:pt x="46230" y="1666"/>
                    </a:cubicBezTo>
                    <a:cubicBezTo>
                      <a:pt x="44615" y="556"/>
                      <a:pt x="42697" y="1"/>
                      <a:pt x="407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8" name="Google Shape;11468;p133"/>
              <p:cNvSpPr/>
              <p:nvPr/>
            </p:nvSpPr>
            <p:spPr>
              <a:xfrm>
                <a:off x="2499700" y="1313180"/>
                <a:ext cx="225119" cy="278853"/>
              </a:xfrm>
              <a:custGeom>
                <a:avLst/>
                <a:gdLst/>
                <a:ahLst/>
                <a:cxnLst/>
                <a:rect l="l" t="t" r="r" b="b"/>
                <a:pathLst>
                  <a:path w="63593" h="78772" extrusionOk="0">
                    <a:moveTo>
                      <a:pt x="53819" y="1"/>
                    </a:moveTo>
                    <a:cubicBezTo>
                      <a:pt x="53376" y="1"/>
                      <a:pt x="52933" y="13"/>
                      <a:pt x="52489" y="39"/>
                    </a:cubicBezTo>
                    <a:cubicBezTo>
                      <a:pt x="33311" y="39"/>
                      <a:pt x="13527" y="12758"/>
                      <a:pt x="4442" y="19420"/>
                    </a:cubicBezTo>
                    <a:cubicBezTo>
                      <a:pt x="1212" y="21842"/>
                      <a:pt x="1" y="26082"/>
                      <a:pt x="1212" y="29917"/>
                    </a:cubicBezTo>
                    <a:cubicBezTo>
                      <a:pt x="5048" y="42434"/>
                      <a:pt x="16353" y="70697"/>
                      <a:pt x="37550" y="78772"/>
                    </a:cubicBezTo>
                    <a:cubicBezTo>
                      <a:pt x="37752" y="78368"/>
                      <a:pt x="37954" y="77964"/>
                      <a:pt x="38156" y="77561"/>
                    </a:cubicBezTo>
                    <a:cubicBezTo>
                      <a:pt x="40377" y="74533"/>
                      <a:pt x="43001" y="71504"/>
                      <a:pt x="45827" y="68678"/>
                    </a:cubicBezTo>
                    <a:cubicBezTo>
                      <a:pt x="44818" y="68476"/>
                      <a:pt x="43809" y="68072"/>
                      <a:pt x="42799" y="67871"/>
                    </a:cubicBezTo>
                    <a:cubicBezTo>
                      <a:pt x="27255" y="62824"/>
                      <a:pt x="19179" y="42232"/>
                      <a:pt x="16151" y="32946"/>
                    </a:cubicBezTo>
                    <a:cubicBezTo>
                      <a:pt x="15344" y="30321"/>
                      <a:pt x="16353" y="27293"/>
                      <a:pt x="18574" y="25678"/>
                    </a:cubicBezTo>
                    <a:cubicBezTo>
                      <a:pt x="25034" y="20833"/>
                      <a:pt x="38963" y="11748"/>
                      <a:pt x="52489" y="11748"/>
                    </a:cubicBezTo>
                    <a:cubicBezTo>
                      <a:pt x="55316" y="11748"/>
                      <a:pt x="57940" y="12152"/>
                      <a:pt x="60564" y="12960"/>
                    </a:cubicBezTo>
                    <a:cubicBezTo>
                      <a:pt x="61574" y="13363"/>
                      <a:pt x="62583" y="13767"/>
                      <a:pt x="63593" y="14171"/>
                    </a:cubicBezTo>
                    <a:cubicBezTo>
                      <a:pt x="62987" y="10335"/>
                      <a:pt x="62785" y="6701"/>
                      <a:pt x="62785" y="2866"/>
                    </a:cubicBezTo>
                    <a:lnTo>
                      <a:pt x="62785" y="1452"/>
                    </a:lnTo>
                    <a:cubicBezTo>
                      <a:pt x="59796" y="573"/>
                      <a:pt x="56808" y="1"/>
                      <a:pt x="5381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9" name="Google Shape;11469;p133"/>
              <p:cNvSpPr/>
              <p:nvPr/>
            </p:nvSpPr>
            <p:spPr>
              <a:xfrm>
                <a:off x="2721907" y="1317604"/>
                <a:ext cx="53599" cy="72899"/>
              </a:xfrm>
              <a:custGeom>
                <a:avLst/>
                <a:gdLst/>
                <a:ahLst/>
                <a:cxnLst/>
                <a:rect l="l" t="t" r="r" b="b"/>
                <a:pathLst>
                  <a:path w="15141" h="20593" extrusionOk="0">
                    <a:moveTo>
                      <a:pt x="0" y="1"/>
                    </a:moveTo>
                    <a:lnTo>
                      <a:pt x="0" y="1414"/>
                    </a:lnTo>
                    <a:cubicBezTo>
                      <a:pt x="0" y="5249"/>
                      <a:pt x="202" y="9085"/>
                      <a:pt x="808" y="12921"/>
                    </a:cubicBezTo>
                    <a:cubicBezTo>
                      <a:pt x="5653" y="14738"/>
                      <a:pt x="9892" y="17362"/>
                      <a:pt x="13930" y="20592"/>
                    </a:cubicBezTo>
                    <a:cubicBezTo>
                      <a:pt x="14333" y="20188"/>
                      <a:pt x="14737" y="19785"/>
                      <a:pt x="15141" y="19583"/>
                    </a:cubicBezTo>
                    <a:cubicBezTo>
                      <a:pt x="13324" y="14738"/>
                      <a:pt x="12315" y="9893"/>
                      <a:pt x="12113" y="4846"/>
                    </a:cubicBezTo>
                    <a:cubicBezTo>
                      <a:pt x="8681" y="3029"/>
                      <a:pt x="5047" y="1414"/>
                      <a:pt x="1211" y="404"/>
                    </a:cubicBez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0" name="Google Shape;11470;p133"/>
              <p:cNvSpPr/>
              <p:nvPr/>
            </p:nvSpPr>
            <p:spPr>
              <a:xfrm>
                <a:off x="2764773" y="1334751"/>
                <a:ext cx="47171" cy="52173"/>
              </a:xfrm>
              <a:custGeom>
                <a:avLst/>
                <a:gdLst/>
                <a:ahLst/>
                <a:cxnLst/>
                <a:rect l="l" t="t" r="r" b="b"/>
                <a:pathLst>
                  <a:path w="13325" h="14738" extrusionOk="0">
                    <a:moveTo>
                      <a:pt x="1" y="1"/>
                    </a:moveTo>
                    <a:cubicBezTo>
                      <a:pt x="203" y="5048"/>
                      <a:pt x="1212" y="9893"/>
                      <a:pt x="3029" y="14738"/>
                    </a:cubicBezTo>
                    <a:cubicBezTo>
                      <a:pt x="6259" y="12315"/>
                      <a:pt x="9691" y="10498"/>
                      <a:pt x="13325" y="9085"/>
                    </a:cubicBezTo>
                    <a:cubicBezTo>
                      <a:pt x="9287" y="5451"/>
                      <a:pt x="4846" y="2423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1" name="Google Shape;11471;p133"/>
              <p:cNvSpPr/>
              <p:nvPr/>
            </p:nvSpPr>
            <p:spPr>
              <a:xfrm>
                <a:off x="2554001" y="1354757"/>
                <a:ext cx="187956" cy="201536"/>
              </a:xfrm>
              <a:custGeom>
                <a:avLst/>
                <a:gdLst/>
                <a:ahLst/>
                <a:cxnLst/>
                <a:rect l="l" t="t" r="r" b="b"/>
                <a:pathLst>
                  <a:path w="53095" h="56931" extrusionOk="0">
                    <a:moveTo>
                      <a:pt x="37146" y="0"/>
                    </a:moveTo>
                    <a:cubicBezTo>
                      <a:pt x="23620" y="0"/>
                      <a:pt x="9489" y="9085"/>
                      <a:pt x="3231" y="13930"/>
                    </a:cubicBezTo>
                    <a:cubicBezTo>
                      <a:pt x="808" y="15545"/>
                      <a:pt x="1" y="18573"/>
                      <a:pt x="808" y="21198"/>
                    </a:cubicBezTo>
                    <a:cubicBezTo>
                      <a:pt x="3634" y="30282"/>
                      <a:pt x="11710" y="51076"/>
                      <a:pt x="27456" y="56123"/>
                    </a:cubicBezTo>
                    <a:cubicBezTo>
                      <a:pt x="28466" y="56324"/>
                      <a:pt x="29273" y="56728"/>
                      <a:pt x="30282" y="56930"/>
                    </a:cubicBezTo>
                    <a:cubicBezTo>
                      <a:pt x="34926" y="52287"/>
                      <a:pt x="40174" y="48249"/>
                      <a:pt x="46029" y="45221"/>
                    </a:cubicBezTo>
                    <a:cubicBezTo>
                      <a:pt x="46029" y="44414"/>
                      <a:pt x="46029" y="43404"/>
                      <a:pt x="46029" y="42395"/>
                    </a:cubicBezTo>
                    <a:cubicBezTo>
                      <a:pt x="45827" y="34118"/>
                      <a:pt x="48452" y="25841"/>
                      <a:pt x="53095" y="18977"/>
                    </a:cubicBezTo>
                    <a:cubicBezTo>
                      <a:pt x="50672" y="13728"/>
                      <a:pt x="49057" y="8075"/>
                      <a:pt x="48250" y="2423"/>
                    </a:cubicBezTo>
                    <a:cubicBezTo>
                      <a:pt x="47240" y="2019"/>
                      <a:pt x="46231" y="1615"/>
                      <a:pt x="45221" y="1413"/>
                    </a:cubicBezTo>
                    <a:cubicBezTo>
                      <a:pt x="42597" y="404"/>
                      <a:pt x="39771" y="0"/>
                      <a:pt x="3714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2" name="Google Shape;11472;p133"/>
              <p:cNvSpPr/>
              <p:nvPr/>
            </p:nvSpPr>
            <p:spPr>
              <a:xfrm>
                <a:off x="2724763" y="1363329"/>
                <a:ext cx="46455" cy="58605"/>
              </a:xfrm>
              <a:custGeom>
                <a:avLst/>
                <a:gdLst/>
                <a:ahLst/>
                <a:cxnLst/>
                <a:rect l="l" t="t" r="r" b="b"/>
                <a:pathLst>
                  <a:path w="13123" h="1655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10" y="5653"/>
                      <a:pt x="2625" y="11306"/>
                      <a:pt x="4846" y="16555"/>
                    </a:cubicBezTo>
                    <a:cubicBezTo>
                      <a:pt x="6461" y="14334"/>
                      <a:pt x="8076" y="12315"/>
                      <a:pt x="10095" y="10297"/>
                    </a:cubicBezTo>
                    <a:cubicBezTo>
                      <a:pt x="10902" y="9489"/>
                      <a:pt x="12113" y="8480"/>
                      <a:pt x="13123" y="7672"/>
                    </a:cubicBezTo>
                    <a:cubicBezTo>
                      <a:pt x="9085" y="4442"/>
                      <a:pt x="4846" y="1818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3" name="Google Shape;11473;p133"/>
              <p:cNvSpPr/>
              <p:nvPr/>
            </p:nvSpPr>
            <p:spPr>
              <a:xfrm>
                <a:off x="2587581" y="1591246"/>
                <a:ext cx="277288" cy="238695"/>
              </a:xfrm>
              <a:custGeom>
                <a:avLst/>
                <a:gdLst/>
                <a:ahLst/>
                <a:cxnLst/>
                <a:rect l="l" t="t" r="r" b="b"/>
                <a:pathLst>
                  <a:path w="78330" h="67428" extrusionOk="0">
                    <a:moveTo>
                      <a:pt x="12719" y="0"/>
                    </a:moveTo>
                    <a:cubicBezTo>
                      <a:pt x="1" y="18977"/>
                      <a:pt x="7672" y="48451"/>
                      <a:pt x="11912" y="61169"/>
                    </a:cubicBezTo>
                    <a:cubicBezTo>
                      <a:pt x="13123" y="64803"/>
                      <a:pt x="16555" y="67428"/>
                      <a:pt x="20593" y="67428"/>
                    </a:cubicBezTo>
                    <a:lnTo>
                      <a:pt x="22006" y="67428"/>
                    </a:lnTo>
                    <a:cubicBezTo>
                      <a:pt x="35935" y="67428"/>
                      <a:pt x="64602" y="65207"/>
                      <a:pt x="78330" y="48047"/>
                    </a:cubicBezTo>
                    <a:cubicBezTo>
                      <a:pt x="78128" y="47643"/>
                      <a:pt x="77724" y="47442"/>
                      <a:pt x="77522" y="47038"/>
                    </a:cubicBezTo>
                    <a:cubicBezTo>
                      <a:pt x="75302" y="43808"/>
                      <a:pt x="73283" y="40578"/>
                      <a:pt x="71466" y="37146"/>
                    </a:cubicBezTo>
                    <a:cubicBezTo>
                      <a:pt x="70860" y="37953"/>
                      <a:pt x="70457" y="38761"/>
                      <a:pt x="69851" y="39568"/>
                    </a:cubicBezTo>
                    <a:cubicBezTo>
                      <a:pt x="60363" y="52489"/>
                      <a:pt x="39367" y="54104"/>
                      <a:pt x="29273" y="54104"/>
                    </a:cubicBezTo>
                    <a:lnTo>
                      <a:pt x="28466" y="54104"/>
                    </a:lnTo>
                    <a:cubicBezTo>
                      <a:pt x="25640" y="54104"/>
                      <a:pt x="23015" y="52287"/>
                      <a:pt x="22208" y="49662"/>
                    </a:cubicBezTo>
                    <a:cubicBezTo>
                      <a:pt x="19179" y="40578"/>
                      <a:pt x="13527" y="18977"/>
                      <a:pt x="23217" y="5855"/>
                    </a:cubicBezTo>
                    <a:cubicBezTo>
                      <a:pt x="23823" y="4845"/>
                      <a:pt x="24428" y="4038"/>
                      <a:pt x="25236" y="3230"/>
                    </a:cubicBezTo>
                    <a:cubicBezTo>
                      <a:pt x="21400" y="2625"/>
                      <a:pt x="17766" y="1817"/>
                      <a:pt x="14132" y="606"/>
                    </a:cubicBezTo>
                    <a:cubicBezTo>
                      <a:pt x="13527" y="404"/>
                      <a:pt x="13123" y="202"/>
                      <a:pt x="1271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4" name="Google Shape;11474;p133"/>
              <p:cNvSpPr/>
              <p:nvPr/>
            </p:nvSpPr>
            <p:spPr>
              <a:xfrm>
                <a:off x="2631881" y="1556237"/>
                <a:ext cx="95768" cy="46455"/>
              </a:xfrm>
              <a:custGeom>
                <a:avLst/>
                <a:gdLst/>
                <a:ahLst/>
                <a:cxnLst/>
                <a:rect l="l" t="t" r="r" b="b"/>
                <a:pathLst>
                  <a:path w="27053" h="13123" extrusionOk="0">
                    <a:moveTo>
                      <a:pt x="8277" y="0"/>
                    </a:moveTo>
                    <a:cubicBezTo>
                      <a:pt x="5451" y="2826"/>
                      <a:pt x="3029" y="5653"/>
                      <a:pt x="808" y="8883"/>
                    </a:cubicBezTo>
                    <a:cubicBezTo>
                      <a:pt x="404" y="9286"/>
                      <a:pt x="202" y="9690"/>
                      <a:pt x="0" y="9892"/>
                    </a:cubicBezTo>
                    <a:cubicBezTo>
                      <a:pt x="606" y="10094"/>
                      <a:pt x="1010" y="10296"/>
                      <a:pt x="1414" y="10498"/>
                    </a:cubicBezTo>
                    <a:cubicBezTo>
                      <a:pt x="5047" y="11709"/>
                      <a:pt x="8883" y="12517"/>
                      <a:pt x="12719" y="13122"/>
                    </a:cubicBezTo>
                    <a:cubicBezTo>
                      <a:pt x="16554" y="8277"/>
                      <a:pt x="21601" y="4240"/>
                      <a:pt x="27052" y="1211"/>
                    </a:cubicBezTo>
                    <a:lnTo>
                      <a:pt x="27052" y="1211"/>
                    </a:lnTo>
                    <a:cubicBezTo>
                      <a:pt x="25033" y="1615"/>
                      <a:pt x="23015" y="1615"/>
                      <a:pt x="20996" y="1615"/>
                    </a:cubicBezTo>
                    <a:cubicBezTo>
                      <a:pt x="16756" y="1615"/>
                      <a:pt x="12517" y="1009"/>
                      <a:pt x="827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5" name="Google Shape;11475;p133"/>
              <p:cNvSpPr/>
              <p:nvPr/>
            </p:nvSpPr>
            <p:spPr>
              <a:xfrm>
                <a:off x="2661889" y="1514798"/>
                <a:ext cx="66467" cy="47170"/>
              </a:xfrm>
              <a:custGeom>
                <a:avLst/>
                <a:gdLst/>
                <a:ahLst/>
                <a:cxnLst/>
                <a:rect l="l" t="t" r="r" b="b"/>
                <a:pathLst>
                  <a:path w="18776" h="13325" extrusionOk="0">
                    <a:moveTo>
                      <a:pt x="15747" y="0"/>
                    </a:moveTo>
                    <a:cubicBezTo>
                      <a:pt x="9892" y="3028"/>
                      <a:pt x="4644" y="7066"/>
                      <a:pt x="0" y="11709"/>
                    </a:cubicBezTo>
                    <a:cubicBezTo>
                      <a:pt x="4038" y="12718"/>
                      <a:pt x="8277" y="13324"/>
                      <a:pt x="12517" y="13324"/>
                    </a:cubicBezTo>
                    <a:cubicBezTo>
                      <a:pt x="14536" y="13324"/>
                      <a:pt x="16756" y="13122"/>
                      <a:pt x="18775" y="12920"/>
                    </a:cubicBezTo>
                    <a:cubicBezTo>
                      <a:pt x="16958" y="8883"/>
                      <a:pt x="16151" y="4441"/>
                      <a:pt x="1574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6" name="Google Shape;11476;p133"/>
              <p:cNvSpPr/>
              <p:nvPr/>
            </p:nvSpPr>
            <p:spPr>
              <a:xfrm>
                <a:off x="2635452" y="1602677"/>
                <a:ext cx="205108" cy="180094"/>
              </a:xfrm>
              <a:custGeom>
                <a:avLst/>
                <a:gdLst/>
                <a:ahLst/>
                <a:cxnLst/>
                <a:rect l="l" t="t" r="r" b="b"/>
                <a:pathLst>
                  <a:path w="57940" h="50874" extrusionOk="0">
                    <a:moveTo>
                      <a:pt x="11710" y="0"/>
                    </a:moveTo>
                    <a:cubicBezTo>
                      <a:pt x="10902" y="808"/>
                      <a:pt x="10297" y="1615"/>
                      <a:pt x="9691" y="2625"/>
                    </a:cubicBezTo>
                    <a:cubicBezTo>
                      <a:pt x="1" y="15949"/>
                      <a:pt x="5653" y="37348"/>
                      <a:pt x="8682" y="46432"/>
                    </a:cubicBezTo>
                    <a:cubicBezTo>
                      <a:pt x="9489" y="49057"/>
                      <a:pt x="12114" y="50874"/>
                      <a:pt x="14940" y="50874"/>
                    </a:cubicBezTo>
                    <a:lnTo>
                      <a:pt x="15747" y="50874"/>
                    </a:lnTo>
                    <a:cubicBezTo>
                      <a:pt x="25841" y="50874"/>
                      <a:pt x="46837" y="49259"/>
                      <a:pt x="56325" y="36338"/>
                    </a:cubicBezTo>
                    <a:cubicBezTo>
                      <a:pt x="56931" y="35531"/>
                      <a:pt x="57334" y="34723"/>
                      <a:pt x="57940" y="33916"/>
                    </a:cubicBezTo>
                    <a:cubicBezTo>
                      <a:pt x="54508" y="27052"/>
                      <a:pt x="52085" y="19582"/>
                      <a:pt x="51278" y="11911"/>
                    </a:cubicBezTo>
                    <a:cubicBezTo>
                      <a:pt x="45222" y="9892"/>
                      <a:pt x="39771" y="6460"/>
                      <a:pt x="35330" y="2019"/>
                    </a:cubicBezTo>
                    <a:cubicBezTo>
                      <a:pt x="34522" y="1413"/>
                      <a:pt x="33916" y="606"/>
                      <a:pt x="33311" y="0"/>
                    </a:cubicBezTo>
                    <a:cubicBezTo>
                      <a:pt x="29677" y="606"/>
                      <a:pt x="26043" y="808"/>
                      <a:pt x="22409" y="808"/>
                    </a:cubicBezTo>
                    <a:cubicBezTo>
                      <a:pt x="18776" y="808"/>
                      <a:pt x="15142" y="606"/>
                      <a:pt x="1171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7" name="Google Shape;11477;p133"/>
              <p:cNvSpPr/>
              <p:nvPr/>
            </p:nvSpPr>
            <p:spPr>
              <a:xfrm>
                <a:off x="2676892" y="1560523"/>
                <a:ext cx="76471" cy="45025"/>
              </a:xfrm>
              <a:custGeom>
                <a:avLst/>
                <a:gdLst/>
                <a:ahLst/>
                <a:cxnLst/>
                <a:rect l="l" t="t" r="r" b="b"/>
                <a:pathLst>
                  <a:path w="21602" h="12719" extrusionOk="0">
                    <a:moveTo>
                      <a:pt x="14334" y="0"/>
                    </a:moveTo>
                    <a:cubicBezTo>
                      <a:pt x="8883" y="3029"/>
                      <a:pt x="3836" y="7066"/>
                      <a:pt x="1" y="11911"/>
                    </a:cubicBezTo>
                    <a:cubicBezTo>
                      <a:pt x="3433" y="12517"/>
                      <a:pt x="7067" y="12719"/>
                      <a:pt x="10700" y="12719"/>
                    </a:cubicBezTo>
                    <a:cubicBezTo>
                      <a:pt x="14334" y="12719"/>
                      <a:pt x="17968" y="12517"/>
                      <a:pt x="21602" y="11911"/>
                    </a:cubicBezTo>
                    <a:cubicBezTo>
                      <a:pt x="18574" y="8277"/>
                      <a:pt x="16151" y="4240"/>
                      <a:pt x="1433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8" name="Google Shape;11478;p133"/>
              <p:cNvSpPr/>
              <p:nvPr/>
            </p:nvSpPr>
            <p:spPr>
              <a:xfrm>
                <a:off x="2864801" y="1592672"/>
                <a:ext cx="278003" cy="237984"/>
              </a:xfrm>
              <a:custGeom>
                <a:avLst/>
                <a:gdLst/>
                <a:ahLst/>
                <a:cxnLst/>
                <a:rect l="l" t="t" r="r" b="b"/>
                <a:pathLst>
                  <a:path w="78532" h="67227" extrusionOk="0">
                    <a:moveTo>
                      <a:pt x="66015" y="1"/>
                    </a:moveTo>
                    <a:cubicBezTo>
                      <a:pt x="65611" y="203"/>
                      <a:pt x="65208" y="405"/>
                      <a:pt x="64804" y="405"/>
                    </a:cubicBezTo>
                    <a:cubicBezTo>
                      <a:pt x="61170" y="1616"/>
                      <a:pt x="57334" y="2625"/>
                      <a:pt x="53499" y="3231"/>
                    </a:cubicBezTo>
                    <a:cubicBezTo>
                      <a:pt x="54104" y="4038"/>
                      <a:pt x="54710" y="4644"/>
                      <a:pt x="55315" y="5653"/>
                    </a:cubicBezTo>
                    <a:cubicBezTo>
                      <a:pt x="65006" y="18977"/>
                      <a:pt x="59555" y="40377"/>
                      <a:pt x="56325" y="49461"/>
                    </a:cubicBezTo>
                    <a:cubicBezTo>
                      <a:pt x="55517" y="52086"/>
                      <a:pt x="52893" y="53902"/>
                      <a:pt x="50269" y="53902"/>
                    </a:cubicBezTo>
                    <a:lnTo>
                      <a:pt x="49259" y="53902"/>
                    </a:lnTo>
                    <a:cubicBezTo>
                      <a:pt x="39165" y="53902"/>
                      <a:pt x="18170" y="52287"/>
                      <a:pt x="8883" y="39367"/>
                    </a:cubicBezTo>
                    <a:cubicBezTo>
                      <a:pt x="8076" y="38560"/>
                      <a:pt x="7470" y="37550"/>
                      <a:pt x="7067" y="36743"/>
                    </a:cubicBezTo>
                    <a:cubicBezTo>
                      <a:pt x="5250" y="40175"/>
                      <a:pt x="3231" y="43405"/>
                      <a:pt x="1010" y="46433"/>
                    </a:cubicBezTo>
                    <a:cubicBezTo>
                      <a:pt x="808" y="46837"/>
                      <a:pt x="405" y="47240"/>
                      <a:pt x="1" y="47644"/>
                    </a:cubicBezTo>
                    <a:cubicBezTo>
                      <a:pt x="13729" y="65006"/>
                      <a:pt x="42597" y="67226"/>
                      <a:pt x="56527" y="67226"/>
                    </a:cubicBezTo>
                    <a:lnTo>
                      <a:pt x="57738" y="67226"/>
                    </a:lnTo>
                    <a:cubicBezTo>
                      <a:pt x="61776" y="67226"/>
                      <a:pt x="65409" y="64602"/>
                      <a:pt x="66621" y="60968"/>
                    </a:cubicBezTo>
                    <a:cubicBezTo>
                      <a:pt x="70860" y="48250"/>
                      <a:pt x="78532" y="18977"/>
                      <a:pt x="6601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9" name="Google Shape;11479;p133"/>
              <p:cNvSpPr/>
              <p:nvPr/>
            </p:nvSpPr>
            <p:spPr>
              <a:xfrm>
                <a:off x="2840508" y="1660548"/>
                <a:ext cx="49316" cy="100770"/>
              </a:xfrm>
              <a:custGeom>
                <a:avLst/>
                <a:gdLst/>
                <a:ahLst/>
                <a:cxnLst/>
                <a:rect l="l" t="t" r="r" b="b"/>
                <a:pathLst>
                  <a:path w="13931" h="28466" extrusionOk="0">
                    <a:moveTo>
                      <a:pt x="6865" y="0"/>
                    </a:moveTo>
                    <a:cubicBezTo>
                      <a:pt x="5855" y="6259"/>
                      <a:pt x="3433" y="12113"/>
                      <a:pt x="1" y="17564"/>
                    </a:cubicBezTo>
                    <a:cubicBezTo>
                      <a:pt x="1818" y="20996"/>
                      <a:pt x="3837" y="24428"/>
                      <a:pt x="6057" y="27658"/>
                    </a:cubicBezTo>
                    <a:cubicBezTo>
                      <a:pt x="6259" y="27860"/>
                      <a:pt x="6663" y="28263"/>
                      <a:pt x="6865" y="28465"/>
                    </a:cubicBezTo>
                    <a:cubicBezTo>
                      <a:pt x="7269" y="28061"/>
                      <a:pt x="7470" y="27860"/>
                      <a:pt x="7874" y="27456"/>
                    </a:cubicBezTo>
                    <a:cubicBezTo>
                      <a:pt x="10095" y="24226"/>
                      <a:pt x="12114" y="20996"/>
                      <a:pt x="13931" y="17564"/>
                    </a:cubicBezTo>
                    <a:cubicBezTo>
                      <a:pt x="10297" y="12113"/>
                      <a:pt x="8076" y="6259"/>
                      <a:pt x="686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0" name="Google Shape;11480;p133"/>
              <p:cNvSpPr/>
              <p:nvPr/>
            </p:nvSpPr>
            <p:spPr>
              <a:xfrm>
                <a:off x="2816930" y="1644831"/>
                <a:ext cx="47886" cy="77898"/>
              </a:xfrm>
              <a:custGeom>
                <a:avLst/>
                <a:gdLst/>
                <a:ahLst/>
                <a:cxnLst/>
                <a:rect l="l" t="t" r="r" b="b"/>
                <a:pathLst>
                  <a:path w="13527" h="2200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08" y="7671"/>
                      <a:pt x="3231" y="15141"/>
                      <a:pt x="6663" y="22005"/>
                    </a:cubicBezTo>
                    <a:cubicBezTo>
                      <a:pt x="10095" y="16554"/>
                      <a:pt x="12517" y="10700"/>
                      <a:pt x="13527" y="4441"/>
                    </a:cubicBezTo>
                    <a:cubicBezTo>
                      <a:pt x="13527" y="3836"/>
                      <a:pt x="13325" y="3028"/>
                      <a:pt x="13325" y="2221"/>
                    </a:cubicBezTo>
                    <a:cubicBezTo>
                      <a:pt x="8682" y="2221"/>
                      <a:pt x="4240" y="1413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1" name="Google Shape;11481;p133"/>
              <p:cNvSpPr/>
              <p:nvPr/>
            </p:nvSpPr>
            <p:spPr>
              <a:xfrm>
                <a:off x="2889093" y="1602677"/>
                <a:ext cx="205823" cy="180809"/>
              </a:xfrm>
              <a:custGeom>
                <a:avLst/>
                <a:gdLst/>
                <a:ahLst/>
                <a:cxnLst/>
                <a:rect l="l" t="t" r="r" b="b"/>
                <a:pathLst>
                  <a:path w="58142" h="51076" extrusionOk="0">
                    <a:moveTo>
                      <a:pt x="24428" y="0"/>
                    </a:moveTo>
                    <a:cubicBezTo>
                      <a:pt x="23822" y="808"/>
                      <a:pt x="23419" y="1413"/>
                      <a:pt x="22813" y="2019"/>
                    </a:cubicBezTo>
                    <a:cubicBezTo>
                      <a:pt x="18170" y="6460"/>
                      <a:pt x="12719" y="9892"/>
                      <a:pt x="6865" y="11911"/>
                    </a:cubicBezTo>
                    <a:cubicBezTo>
                      <a:pt x="5855" y="19582"/>
                      <a:pt x="3634" y="27052"/>
                      <a:pt x="1" y="33916"/>
                    </a:cubicBezTo>
                    <a:cubicBezTo>
                      <a:pt x="606" y="34723"/>
                      <a:pt x="1212" y="35733"/>
                      <a:pt x="1818" y="36540"/>
                    </a:cubicBezTo>
                    <a:cubicBezTo>
                      <a:pt x="11306" y="49460"/>
                      <a:pt x="32301" y="51075"/>
                      <a:pt x="42395" y="51075"/>
                    </a:cubicBezTo>
                    <a:lnTo>
                      <a:pt x="43203" y="51075"/>
                    </a:lnTo>
                    <a:cubicBezTo>
                      <a:pt x="46029" y="51075"/>
                      <a:pt x="48451" y="49259"/>
                      <a:pt x="49461" y="46634"/>
                    </a:cubicBezTo>
                    <a:cubicBezTo>
                      <a:pt x="52489" y="37550"/>
                      <a:pt x="58142" y="15949"/>
                      <a:pt x="48451" y="2826"/>
                    </a:cubicBezTo>
                    <a:cubicBezTo>
                      <a:pt x="47846" y="1817"/>
                      <a:pt x="47240" y="1211"/>
                      <a:pt x="46433" y="404"/>
                    </a:cubicBezTo>
                    <a:cubicBezTo>
                      <a:pt x="43001" y="808"/>
                      <a:pt x="39569" y="1211"/>
                      <a:pt x="35935" y="1211"/>
                    </a:cubicBezTo>
                    <a:cubicBezTo>
                      <a:pt x="32099" y="1211"/>
                      <a:pt x="28264" y="808"/>
                      <a:pt x="244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2" name="Google Shape;11482;p133"/>
              <p:cNvSpPr/>
              <p:nvPr/>
            </p:nvSpPr>
            <p:spPr>
              <a:xfrm>
                <a:off x="2864801" y="1644831"/>
                <a:ext cx="48601" cy="77898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22005" extrusionOk="0">
                    <a:moveTo>
                      <a:pt x="13729" y="0"/>
                    </a:moveTo>
                    <a:cubicBezTo>
                      <a:pt x="9287" y="1413"/>
                      <a:pt x="4846" y="2221"/>
                      <a:pt x="405" y="2221"/>
                    </a:cubicBezTo>
                    <a:cubicBezTo>
                      <a:pt x="405" y="3028"/>
                      <a:pt x="203" y="3836"/>
                      <a:pt x="1" y="4441"/>
                    </a:cubicBezTo>
                    <a:cubicBezTo>
                      <a:pt x="1212" y="10700"/>
                      <a:pt x="3433" y="16554"/>
                      <a:pt x="7067" y="22005"/>
                    </a:cubicBezTo>
                    <a:cubicBezTo>
                      <a:pt x="10498" y="15141"/>
                      <a:pt x="12719" y="7671"/>
                      <a:pt x="1372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3" name="Google Shape;11483;p133"/>
              <p:cNvSpPr/>
              <p:nvPr/>
            </p:nvSpPr>
            <p:spPr>
              <a:xfrm>
                <a:off x="2864086" y="1653402"/>
                <a:ext cx="2149" cy="7151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020" extrusionOk="0">
                    <a:moveTo>
                      <a:pt x="1" y="1"/>
                    </a:moveTo>
                    <a:cubicBezTo>
                      <a:pt x="1" y="606"/>
                      <a:pt x="203" y="1414"/>
                      <a:pt x="203" y="2019"/>
                    </a:cubicBezTo>
                    <a:cubicBezTo>
                      <a:pt x="405" y="1414"/>
                      <a:pt x="405" y="606"/>
                      <a:pt x="6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4" name="Google Shape;11484;p133"/>
              <p:cNvSpPr/>
              <p:nvPr/>
            </p:nvSpPr>
            <p:spPr>
              <a:xfrm>
                <a:off x="3006983" y="1313318"/>
                <a:ext cx="225119" cy="279430"/>
              </a:xfrm>
              <a:custGeom>
                <a:avLst/>
                <a:gdLst/>
                <a:ahLst/>
                <a:cxnLst/>
                <a:rect l="l" t="t" r="r" b="b"/>
                <a:pathLst>
                  <a:path w="63593" h="78935" extrusionOk="0">
                    <a:moveTo>
                      <a:pt x="11104" y="0"/>
                    </a:moveTo>
                    <a:cubicBezTo>
                      <a:pt x="7672" y="0"/>
                      <a:pt x="4240" y="606"/>
                      <a:pt x="1010" y="1413"/>
                    </a:cubicBezTo>
                    <a:lnTo>
                      <a:pt x="1010" y="2625"/>
                    </a:lnTo>
                    <a:cubicBezTo>
                      <a:pt x="1010" y="6662"/>
                      <a:pt x="606" y="10498"/>
                      <a:pt x="1" y="14334"/>
                    </a:cubicBezTo>
                    <a:cubicBezTo>
                      <a:pt x="1010" y="13930"/>
                      <a:pt x="1818" y="13728"/>
                      <a:pt x="2827" y="13324"/>
                    </a:cubicBezTo>
                    <a:cubicBezTo>
                      <a:pt x="5451" y="12517"/>
                      <a:pt x="8278" y="12113"/>
                      <a:pt x="11104" y="12113"/>
                    </a:cubicBezTo>
                    <a:cubicBezTo>
                      <a:pt x="24630" y="12113"/>
                      <a:pt x="38559" y="21198"/>
                      <a:pt x="45020" y="25841"/>
                    </a:cubicBezTo>
                    <a:cubicBezTo>
                      <a:pt x="47240" y="27456"/>
                      <a:pt x="48048" y="30484"/>
                      <a:pt x="47240" y="33108"/>
                    </a:cubicBezTo>
                    <a:cubicBezTo>
                      <a:pt x="44414" y="42395"/>
                      <a:pt x="36339" y="62986"/>
                      <a:pt x="20592" y="68033"/>
                    </a:cubicBezTo>
                    <a:cubicBezTo>
                      <a:pt x="19583" y="68235"/>
                      <a:pt x="18573" y="68639"/>
                      <a:pt x="17564" y="68841"/>
                    </a:cubicBezTo>
                    <a:cubicBezTo>
                      <a:pt x="20188" y="71667"/>
                      <a:pt x="22813" y="74494"/>
                      <a:pt x="25034" y="77522"/>
                    </a:cubicBezTo>
                    <a:cubicBezTo>
                      <a:pt x="25235" y="77925"/>
                      <a:pt x="25639" y="78531"/>
                      <a:pt x="25841" y="78935"/>
                    </a:cubicBezTo>
                    <a:cubicBezTo>
                      <a:pt x="47240" y="71062"/>
                      <a:pt x="58343" y="42799"/>
                      <a:pt x="62381" y="30080"/>
                    </a:cubicBezTo>
                    <a:cubicBezTo>
                      <a:pt x="63592" y="26245"/>
                      <a:pt x="62179" y="22005"/>
                      <a:pt x="58949" y="19583"/>
                    </a:cubicBezTo>
                    <a:cubicBezTo>
                      <a:pt x="49865" y="12921"/>
                      <a:pt x="30081" y="0"/>
                      <a:pt x="1110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5" name="Google Shape;11485;p133"/>
              <p:cNvSpPr/>
              <p:nvPr/>
            </p:nvSpPr>
            <p:spPr>
              <a:xfrm>
                <a:off x="2956256" y="1319034"/>
                <a:ext cx="54314" cy="72184"/>
              </a:xfrm>
              <a:custGeom>
                <a:avLst/>
                <a:gdLst/>
                <a:ahLst/>
                <a:cxnLst/>
                <a:rect l="l" t="t" r="r" b="b"/>
                <a:pathLst>
                  <a:path w="15343" h="20391" extrusionOk="0">
                    <a:moveTo>
                      <a:pt x="15343" y="0"/>
                    </a:moveTo>
                    <a:lnTo>
                      <a:pt x="13930" y="404"/>
                    </a:lnTo>
                    <a:cubicBezTo>
                      <a:pt x="10094" y="1413"/>
                      <a:pt x="6662" y="2827"/>
                      <a:pt x="3230" y="4644"/>
                    </a:cubicBezTo>
                    <a:cubicBezTo>
                      <a:pt x="2827" y="9691"/>
                      <a:pt x="1817" y="14737"/>
                      <a:pt x="0" y="19583"/>
                    </a:cubicBezTo>
                    <a:lnTo>
                      <a:pt x="1010" y="20390"/>
                    </a:lnTo>
                    <a:cubicBezTo>
                      <a:pt x="5047" y="17160"/>
                      <a:pt x="9489" y="14737"/>
                      <a:pt x="14334" y="12921"/>
                    </a:cubicBezTo>
                    <a:cubicBezTo>
                      <a:pt x="14939" y="9085"/>
                      <a:pt x="15343" y="5047"/>
                      <a:pt x="15343" y="1212"/>
                    </a:cubicBezTo>
                    <a:lnTo>
                      <a:pt x="1534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6" name="Google Shape;11486;p133"/>
              <p:cNvSpPr/>
              <p:nvPr/>
            </p:nvSpPr>
            <p:spPr>
              <a:xfrm>
                <a:off x="2919817" y="1335466"/>
                <a:ext cx="47886" cy="52888"/>
              </a:xfrm>
              <a:custGeom>
                <a:avLst/>
                <a:gdLst/>
                <a:ahLst/>
                <a:cxnLst/>
                <a:rect l="l" t="t" r="r" b="b"/>
                <a:pathLst>
                  <a:path w="13527" h="14940" extrusionOk="0">
                    <a:moveTo>
                      <a:pt x="13526" y="1"/>
                    </a:moveTo>
                    <a:cubicBezTo>
                      <a:pt x="8681" y="2423"/>
                      <a:pt x="4038" y="5451"/>
                      <a:pt x="0" y="9085"/>
                    </a:cubicBezTo>
                    <a:cubicBezTo>
                      <a:pt x="3634" y="10498"/>
                      <a:pt x="7066" y="12517"/>
                      <a:pt x="10296" y="14940"/>
                    </a:cubicBezTo>
                    <a:cubicBezTo>
                      <a:pt x="12113" y="10094"/>
                      <a:pt x="13123" y="5048"/>
                      <a:pt x="135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7" name="Google Shape;11487;p133"/>
              <p:cNvSpPr/>
              <p:nvPr/>
            </p:nvSpPr>
            <p:spPr>
              <a:xfrm>
                <a:off x="3002697" y="1557663"/>
                <a:ext cx="95053" cy="46455"/>
              </a:xfrm>
              <a:custGeom>
                <a:avLst/>
                <a:gdLst/>
                <a:ahLst/>
                <a:cxnLst/>
                <a:rect l="l" t="t" r="r" b="b"/>
                <a:pathLst>
                  <a:path w="26851" h="13123" extrusionOk="0">
                    <a:moveTo>
                      <a:pt x="18775" y="1"/>
                    </a:moveTo>
                    <a:cubicBezTo>
                      <a:pt x="14737" y="1010"/>
                      <a:pt x="10700" y="1414"/>
                      <a:pt x="6460" y="1616"/>
                    </a:cubicBezTo>
                    <a:cubicBezTo>
                      <a:pt x="4240" y="1616"/>
                      <a:pt x="2019" y="1414"/>
                      <a:pt x="0" y="1010"/>
                    </a:cubicBezTo>
                    <a:lnTo>
                      <a:pt x="0" y="1010"/>
                    </a:lnTo>
                    <a:cubicBezTo>
                      <a:pt x="5451" y="4038"/>
                      <a:pt x="10498" y="8076"/>
                      <a:pt x="14334" y="13123"/>
                    </a:cubicBezTo>
                    <a:cubicBezTo>
                      <a:pt x="18169" y="12517"/>
                      <a:pt x="22005" y="11508"/>
                      <a:pt x="25841" y="10297"/>
                    </a:cubicBezTo>
                    <a:cubicBezTo>
                      <a:pt x="26245" y="10297"/>
                      <a:pt x="26648" y="10095"/>
                      <a:pt x="26850" y="9893"/>
                    </a:cubicBezTo>
                    <a:cubicBezTo>
                      <a:pt x="26648" y="9489"/>
                      <a:pt x="26446" y="9085"/>
                      <a:pt x="26043" y="8682"/>
                    </a:cubicBezTo>
                    <a:cubicBezTo>
                      <a:pt x="23822" y="5452"/>
                      <a:pt x="21399" y="2625"/>
                      <a:pt x="187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8" name="Google Shape;11488;p133"/>
              <p:cNvSpPr/>
              <p:nvPr/>
            </p:nvSpPr>
            <p:spPr>
              <a:xfrm>
                <a:off x="2975545" y="1561238"/>
                <a:ext cx="78616" cy="45740"/>
              </a:xfrm>
              <a:custGeom>
                <a:avLst/>
                <a:gdLst/>
                <a:ahLst/>
                <a:cxnLst/>
                <a:rect l="l" t="t" r="r" b="b"/>
                <a:pathLst>
                  <a:path w="22208" h="12921" extrusionOk="0">
                    <a:moveTo>
                      <a:pt x="7672" y="0"/>
                    </a:moveTo>
                    <a:cubicBezTo>
                      <a:pt x="5654" y="4442"/>
                      <a:pt x="3231" y="8277"/>
                      <a:pt x="1" y="11709"/>
                    </a:cubicBezTo>
                    <a:cubicBezTo>
                      <a:pt x="3837" y="12517"/>
                      <a:pt x="7672" y="12920"/>
                      <a:pt x="11508" y="12920"/>
                    </a:cubicBezTo>
                    <a:cubicBezTo>
                      <a:pt x="15142" y="12920"/>
                      <a:pt x="18574" y="12517"/>
                      <a:pt x="22208" y="12113"/>
                    </a:cubicBezTo>
                    <a:cubicBezTo>
                      <a:pt x="18170" y="7066"/>
                      <a:pt x="13123" y="3028"/>
                      <a:pt x="767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9" name="Google Shape;11489;p133"/>
              <p:cNvSpPr/>
              <p:nvPr/>
            </p:nvSpPr>
            <p:spPr>
              <a:xfrm>
                <a:off x="2959827" y="1364044"/>
                <a:ext cx="47171" cy="60035"/>
              </a:xfrm>
              <a:custGeom>
                <a:avLst/>
                <a:gdLst/>
                <a:ahLst/>
                <a:cxnLst/>
                <a:rect l="l" t="t" r="r" b="b"/>
                <a:pathLst>
                  <a:path w="13325" h="16959" extrusionOk="0">
                    <a:moveTo>
                      <a:pt x="13325" y="1"/>
                    </a:moveTo>
                    <a:lnTo>
                      <a:pt x="13325" y="1"/>
                    </a:lnTo>
                    <a:cubicBezTo>
                      <a:pt x="8480" y="1818"/>
                      <a:pt x="4038" y="4442"/>
                      <a:pt x="1" y="7672"/>
                    </a:cubicBezTo>
                    <a:cubicBezTo>
                      <a:pt x="1010" y="8480"/>
                      <a:pt x="2019" y="9287"/>
                      <a:pt x="2827" y="10095"/>
                    </a:cubicBezTo>
                    <a:cubicBezTo>
                      <a:pt x="4846" y="12315"/>
                      <a:pt x="6663" y="14536"/>
                      <a:pt x="8278" y="16959"/>
                    </a:cubicBezTo>
                    <a:cubicBezTo>
                      <a:pt x="10700" y="11508"/>
                      <a:pt x="12315" y="5855"/>
                      <a:pt x="13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0" name="Google Shape;11490;p133"/>
              <p:cNvSpPr/>
              <p:nvPr/>
            </p:nvSpPr>
            <p:spPr>
              <a:xfrm>
                <a:off x="3002697" y="1515509"/>
                <a:ext cx="67179" cy="47170"/>
              </a:xfrm>
              <a:custGeom>
                <a:avLst/>
                <a:gdLst/>
                <a:ahLst/>
                <a:cxnLst/>
                <a:rect l="l" t="t" r="r" b="b"/>
                <a:pathLst>
                  <a:path w="18977" h="13325" extrusionOk="0">
                    <a:moveTo>
                      <a:pt x="2827" y="1"/>
                    </a:moveTo>
                    <a:cubicBezTo>
                      <a:pt x="2625" y="4442"/>
                      <a:pt x="1615" y="8682"/>
                      <a:pt x="0" y="12921"/>
                    </a:cubicBezTo>
                    <a:cubicBezTo>
                      <a:pt x="2221" y="13123"/>
                      <a:pt x="4442" y="13325"/>
                      <a:pt x="6460" y="13325"/>
                    </a:cubicBezTo>
                    <a:cubicBezTo>
                      <a:pt x="10700" y="13325"/>
                      <a:pt x="14939" y="12719"/>
                      <a:pt x="18977" y="11710"/>
                    </a:cubicBezTo>
                    <a:cubicBezTo>
                      <a:pt x="14132" y="7067"/>
                      <a:pt x="8883" y="3029"/>
                      <a:pt x="282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491" name="Google Shape;11491;p133"/>
              <p:cNvSpPr/>
              <p:nvPr/>
            </p:nvSpPr>
            <p:spPr>
              <a:xfrm>
                <a:off x="3001982" y="1561238"/>
                <a:ext cx="719" cy="4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" extrusionOk="0">
                    <a:moveTo>
                      <a:pt x="202" y="0"/>
                    </a:moveTo>
                    <a:lnTo>
                      <a:pt x="20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2" name="Google Shape;11492;p133"/>
              <p:cNvSpPr/>
              <p:nvPr/>
            </p:nvSpPr>
            <p:spPr>
              <a:xfrm>
                <a:off x="2727622" y="1560523"/>
                <a:ext cx="4" cy="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3" name="Google Shape;11493;p133"/>
              <p:cNvSpPr/>
              <p:nvPr/>
            </p:nvSpPr>
            <p:spPr>
              <a:xfrm>
                <a:off x="2706186" y="1356898"/>
                <a:ext cx="321598" cy="311591"/>
              </a:xfrm>
              <a:custGeom>
                <a:avLst/>
                <a:gdLst/>
                <a:ahLst/>
                <a:cxnLst/>
                <a:rect l="l" t="t" r="r" b="b"/>
                <a:pathLst>
                  <a:path w="90847" h="88020" fill="none" extrusionOk="0">
                    <a:moveTo>
                      <a:pt x="44818" y="1"/>
                    </a:moveTo>
                    <a:cubicBezTo>
                      <a:pt x="24832" y="1"/>
                      <a:pt x="7672" y="13931"/>
                      <a:pt x="3836" y="33715"/>
                    </a:cubicBezTo>
                    <a:cubicBezTo>
                      <a:pt x="1" y="53297"/>
                      <a:pt x="10297" y="72879"/>
                      <a:pt x="28869" y="80550"/>
                    </a:cubicBezTo>
                    <a:cubicBezTo>
                      <a:pt x="47240" y="88020"/>
                      <a:pt x="68639" y="81560"/>
                      <a:pt x="79743" y="65006"/>
                    </a:cubicBezTo>
                    <a:cubicBezTo>
                      <a:pt x="90846" y="48452"/>
                      <a:pt x="88625" y="26245"/>
                      <a:pt x="74494" y="12114"/>
                    </a:cubicBezTo>
                    <a:cubicBezTo>
                      <a:pt x="66621" y="4240"/>
                      <a:pt x="55921" y="1"/>
                      <a:pt x="448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rgbClr val="FFFFFF"/>
                </a:solidFill>
                <a:prstDash val="solid"/>
                <a:miter lim="20187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4" name="Google Shape;11494;p133"/>
            <p:cNvGrpSpPr/>
            <p:nvPr/>
          </p:nvGrpSpPr>
          <p:grpSpPr>
            <a:xfrm>
              <a:off x="-3055656" y="515814"/>
              <a:ext cx="222158" cy="201208"/>
              <a:chOff x="2517909" y="1188726"/>
              <a:chExt cx="702702" cy="725214"/>
            </a:xfrm>
          </p:grpSpPr>
          <p:sp>
            <p:nvSpPr>
              <p:cNvPr id="11495" name="Google Shape;11495;p133"/>
              <p:cNvSpPr/>
              <p:nvPr/>
            </p:nvSpPr>
            <p:spPr>
              <a:xfrm>
                <a:off x="2621966" y="1188726"/>
                <a:ext cx="114832" cy="86149"/>
              </a:xfrm>
              <a:custGeom>
                <a:avLst/>
                <a:gdLst/>
                <a:ahLst/>
                <a:cxnLst/>
                <a:rect l="l" t="t" r="r" b="b"/>
                <a:pathLst>
                  <a:path w="10285" h="7716" extrusionOk="0">
                    <a:moveTo>
                      <a:pt x="10284" y="1"/>
                    </a:moveTo>
                    <a:lnTo>
                      <a:pt x="7413" y="282"/>
                    </a:lnTo>
                    <a:lnTo>
                      <a:pt x="7949" y="1144"/>
                    </a:lnTo>
                    <a:cubicBezTo>
                      <a:pt x="4966" y="2788"/>
                      <a:pt x="2280" y="4920"/>
                      <a:pt x="0" y="7451"/>
                    </a:cubicBezTo>
                    <a:lnTo>
                      <a:pt x="294" y="7716"/>
                    </a:lnTo>
                    <a:cubicBezTo>
                      <a:pt x="2547" y="5212"/>
                      <a:pt x="5206" y="3102"/>
                      <a:pt x="8156" y="1479"/>
                    </a:cubicBezTo>
                    <a:lnTo>
                      <a:pt x="8760" y="245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6" name="Google Shape;11496;p133"/>
              <p:cNvSpPr/>
              <p:nvPr/>
            </p:nvSpPr>
            <p:spPr>
              <a:xfrm>
                <a:off x="2517909" y="1543306"/>
                <a:ext cx="54396" cy="134951"/>
              </a:xfrm>
              <a:custGeom>
                <a:avLst/>
                <a:gdLst/>
                <a:ahLst/>
                <a:cxnLst/>
                <a:rect l="l" t="t" r="r" b="b"/>
                <a:pathLst>
                  <a:path w="4872" h="12087" extrusionOk="0">
                    <a:moveTo>
                      <a:pt x="4871" y="11889"/>
                    </a:moveTo>
                    <a:cubicBezTo>
                      <a:pt x="3186" y="8971"/>
                      <a:pt x="2004" y="5793"/>
                      <a:pt x="1370" y="2482"/>
                    </a:cubicBezTo>
                    <a:lnTo>
                      <a:pt x="2481" y="2209"/>
                    </a:lnTo>
                    <a:lnTo>
                      <a:pt x="620" y="0"/>
                    </a:lnTo>
                    <a:lnTo>
                      <a:pt x="1" y="2820"/>
                    </a:lnTo>
                    <a:lnTo>
                      <a:pt x="987" y="2578"/>
                    </a:lnTo>
                    <a:cubicBezTo>
                      <a:pt x="1629" y="5923"/>
                      <a:pt x="2827" y="9136"/>
                      <a:pt x="4530" y="12087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7" name="Google Shape;11497;p133"/>
              <p:cNvSpPr/>
              <p:nvPr/>
            </p:nvSpPr>
            <p:spPr>
              <a:xfrm>
                <a:off x="3174265" y="1556894"/>
                <a:ext cx="46346" cy="135275"/>
              </a:xfrm>
              <a:custGeom>
                <a:avLst/>
                <a:gdLst/>
                <a:ahLst/>
                <a:cxnLst/>
                <a:rect l="l" t="t" r="r" b="b"/>
                <a:pathLst>
                  <a:path w="4151" h="12116" extrusionOk="0">
                    <a:moveTo>
                      <a:pt x="4150" y="41"/>
                    </a:moveTo>
                    <a:lnTo>
                      <a:pt x="3759" y="0"/>
                    </a:lnTo>
                    <a:cubicBezTo>
                      <a:pt x="3405" y="3350"/>
                      <a:pt x="2494" y="6618"/>
                      <a:pt x="1059" y="9668"/>
                    </a:cubicBezTo>
                    <a:lnTo>
                      <a:pt x="0" y="9237"/>
                    </a:lnTo>
                    <a:lnTo>
                      <a:pt x="208" y="12116"/>
                    </a:lnTo>
                    <a:lnTo>
                      <a:pt x="2367" y="10200"/>
                    </a:lnTo>
                    <a:lnTo>
                      <a:pt x="1426" y="9817"/>
                    </a:lnTo>
                    <a:cubicBezTo>
                      <a:pt x="2873" y="6733"/>
                      <a:pt x="3793" y="3429"/>
                      <a:pt x="4150" y="4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8" name="Google Shape;11498;p133"/>
              <p:cNvSpPr/>
              <p:nvPr/>
            </p:nvSpPr>
            <p:spPr>
              <a:xfrm>
                <a:off x="3023194" y="1197200"/>
                <a:ext cx="116417" cy="83525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9" name="Google Shape;11499;p133"/>
              <p:cNvSpPr/>
              <p:nvPr/>
            </p:nvSpPr>
            <p:spPr>
              <a:xfrm rot="8660313">
                <a:off x="2818264" y="1804296"/>
                <a:ext cx="116433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" name="Google Shape;11388;p133">
            <a:extLst>
              <a:ext uri="{FF2B5EF4-FFF2-40B4-BE49-F238E27FC236}">
                <a16:creationId xmlns:a16="http://schemas.microsoft.com/office/drawing/2014/main" id="{4EE84CF3-733A-041F-D7FB-6E31D58407F7}"/>
              </a:ext>
            </a:extLst>
          </p:cNvPr>
          <p:cNvSpPr/>
          <p:nvPr/>
        </p:nvSpPr>
        <p:spPr>
          <a:xfrm>
            <a:off x="-634026" y="2535817"/>
            <a:ext cx="109867" cy="85916"/>
          </a:xfrm>
          <a:custGeom>
            <a:avLst/>
            <a:gdLst/>
            <a:ahLst/>
            <a:cxnLst/>
            <a:rect l="l" t="t" r="r" b="b"/>
            <a:pathLst>
              <a:path w="74423" h="52832" fill="none" extrusionOk="0">
                <a:moveTo>
                  <a:pt x="74300" y="9469"/>
                </a:moveTo>
                <a:cubicBezTo>
                  <a:pt x="74046" y="6953"/>
                  <a:pt x="72972" y="4566"/>
                  <a:pt x="71233" y="2899"/>
                </a:cubicBezTo>
                <a:cubicBezTo>
                  <a:pt x="71029" y="2682"/>
                  <a:pt x="70807" y="2484"/>
                  <a:pt x="70569" y="2305"/>
                </a:cubicBezTo>
                <a:cubicBezTo>
                  <a:pt x="70326" y="2123"/>
                  <a:pt x="70133" y="1933"/>
                  <a:pt x="69847" y="1767"/>
                </a:cubicBezTo>
                <a:cubicBezTo>
                  <a:pt x="69576" y="1596"/>
                  <a:pt x="69301" y="1435"/>
                  <a:pt x="69030" y="1280"/>
                </a:cubicBezTo>
                <a:cubicBezTo>
                  <a:pt x="68792" y="1159"/>
                  <a:pt x="68599" y="1084"/>
                  <a:pt x="68385" y="985"/>
                </a:cubicBezTo>
                <a:cubicBezTo>
                  <a:pt x="67280" y="522"/>
                  <a:pt x="66290" y="276"/>
                  <a:pt x="65270" y="188"/>
                </a:cubicBezTo>
                <a:cubicBezTo>
                  <a:pt x="63260" y="1"/>
                  <a:pt x="61470" y="332"/>
                  <a:pt x="60001" y="803"/>
                </a:cubicBezTo>
                <a:cubicBezTo>
                  <a:pt x="58778" y="1194"/>
                  <a:pt x="57603" y="1727"/>
                  <a:pt x="56500" y="2385"/>
                </a:cubicBezTo>
                <a:cubicBezTo>
                  <a:pt x="56396" y="1617"/>
                  <a:pt x="56273" y="1012"/>
                  <a:pt x="56179" y="613"/>
                </a:cubicBezTo>
                <a:cubicBezTo>
                  <a:pt x="56104" y="298"/>
                  <a:pt x="55821" y="73"/>
                  <a:pt x="55497" y="78"/>
                </a:cubicBezTo>
                <a:lnTo>
                  <a:pt x="38984" y="255"/>
                </a:lnTo>
                <a:lnTo>
                  <a:pt x="35208" y="295"/>
                </a:lnTo>
                <a:lnTo>
                  <a:pt x="18696" y="472"/>
                </a:lnTo>
                <a:cubicBezTo>
                  <a:pt x="18370" y="474"/>
                  <a:pt x="18091" y="704"/>
                  <a:pt x="18027" y="1023"/>
                </a:cubicBezTo>
                <a:cubicBezTo>
                  <a:pt x="17941" y="1422"/>
                  <a:pt x="17829" y="2026"/>
                  <a:pt x="17741" y="2800"/>
                </a:cubicBezTo>
                <a:cubicBezTo>
                  <a:pt x="16625" y="2163"/>
                  <a:pt x="15439" y="1657"/>
                  <a:pt x="14211" y="1290"/>
                </a:cubicBezTo>
                <a:cubicBezTo>
                  <a:pt x="12731" y="854"/>
                  <a:pt x="10935" y="560"/>
                  <a:pt x="8931" y="790"/>
                </a:cubicBezTo>
                <a:cubicBezTo>
                  <a:pt x="7908" y="900"/>
                  <a:pt x="6923" y="1167"/>
                  <a:pt x="5832" y="1652"/>
                </a:cubicBezTo>
                <a:cubicBezTo>
                  <a:pt x="5620" y="1756"/>
                  <a:pt x="5427" y="1839"/>
                  <a:pt x="5192" y="1965"/>
                </a:cubicBezTo>
                <a:cubicBezTo>
                  <a:pt x="4924" y="2125"/>
                  <a:pt x="4651" y="2291"/>
                  <a:pt x="4384" y="2465"/>
                </a:cubicBezTo>
                <a:cubicBezTo>
                  <a:pt x="4103" y="2639"/>
                  <a:pt x="3915" y="2832"/>
                  <a:pt x="3675" y="3019"/>
                </a:cubicBezTo>
                <a:cubicBezTo>
                  <a:pt x="3439" y="3204"/>
                  <a:pt x="3222" y="3407"/>
                  <a:pt x="3022" y="3627"/>
                </a:cubicBezTo>
                <a:cubicBezTo>
                  <a:pt x="1319" y="5332"/>
                  <a:pt x="294" y="7743"/>
                  <a:pt x="99" y="10261"/>
                </a:cubicBezTo>
                <a:cubicBezTo>
                  <a:pt x="0" y="11524"/>
                  <a:pt x="104" y="12828"/>
                  <a:pt x="466" y="14096"/>
                </a:cubicBezTo>
                <a:cubicBezTo>
                  <a:pt x="653" y="14725"/>
                  <a:pt x="875" y="15354"/>
                  <a:pt x="1175" y="15953"/>
                </a:cubicBezTo>
                <a:lnTo>
                  <a:pt x="1282" y="16181"/>
                </a:lnTo>
                <a:lnTo>
                  <a:pt x="1362" y="16341"/>
                </a:lnTo>
                <a:lnTo>
                  <a:pt x="1416" y="16432"/>
                </a:lnTo>
                <a:lnTo>
                  <a:pt x="1622" y="16794"/>
                </a:lnTo>
                <a:cubicBezTo>
                  <a:pt x="1769" y="17040"/>
                  <a:pt x="1986" y="17377"/>
                  <a:pt x="2168" y="17639"/>
                </a:cubicBezTo>
                <a:cubicBezTo>
                  <a:pt x="3672" y="19764"/>
                  <a:pt x="5719" y="21389"/>
                  <a:pt x="7890" y="22556"/>
                </a:cubicBezTo>
                <a:cubicBezTo>
                  <a:pt x="10076" y="23744"/>
                  <a:pt x="12329" y="24512"/>
                  <a:pt x="14535" y="25184"/>
                </a:cubicBezTo>
                <a:cubicBezTo>
                  <a:pt x="16734" y="25847"/>
                  <a:pt x="18883" y="26377"/>
                  <a:pt x="20907" y="26937"/>
                </a:cubicBezTo>
                <a:cubicBezTo>
                  <a:pt x="23058" y="27539"/>
                  <a:pt x="25044" y="27884"/>
                  <a:pt x="26553" y="28569"/>
                </a:cubicBezTo>
                <a:cubicBezTo>
                  <a:pt x="27991" y="29155"/>
                  <a:pt x="29136" y="30359"/>
                  <a:pt x="29449" y="31218"/>
                </a:cubicBezTo>
                <a:cubicBezTo>
                  <a:pt x="29527" y="31433"/>
                  <a:pt x="29583" y="31620"/>
                  <a:pt x="29583" y="31813"/>
                </a:cubicBezTo>
                <a:cubicBezTo>
                  <a:pt x="29591" y="31992"/>
                  <a:pt x="29572" y="32171"/>
                  <a:pt x="29532" y="32345"/>
                </a:cubicBezTo>
                <a:cubicBezTo>
                  <a:pt x="29436" y="32680"/>
                  <a:pt x="29099" y="33060"/>
                  <a:pt x="28702" y="33263"/>
                </a:cubicBezTo>
                <a:cubicBezTo>
                  <a:pt x="27926" y="33729"/>
                  <a:pt x="26880" y="33477"/>
                  <a:pt x="26733" y="33049"/>
                </a:cubicBezTo>
                <a:cubicBezTo>
                  <a:pt x="26396" y="32372"/>
                  <a:pt x="26414" y="31582"/>
                  <a:pt x="26644" y="31256"/>
                </a:cubicBezTo>
                <a:cubicBezTo>
                  <a:pt x="26888" y="30884"/>
                  <a:pt x="27300" y="30937"/>
                  <a:pt x="27273" y="30911"/>
                </a:cubicBezTo>
                <a:lnTo>
                  <a:pt x="27067" y="30825"/>
                </a:lnTo>
                <a:cubicBezTo>
                  <a:pt x="26928" y="30782"/>
                  <a:pt x="26669" y="30745"/>
                  <a:pt x="26361" y="30897"/>
                </a:cubicBezTo>
                <a:cubicBezTo>
                  <a:pt x="26045" y="31044"/>
                  <a:pt x="25777" y="31390"/>
                  <a:pt x="25595" y="31815"/>
                </a:cubicBezTo>
                <a:cubicBezTo>
                  <a:pt x="25408" y="32246"/>
                  <a:pt x="25298" y="32765"/>
                  <a:pt x="25379" y="33410"/>
                </a:cubicBezTo>
                <a:cubicBezTo>
                  <a:pt x="25403" y="33702"/>
                  <a:pt x="25590" y="34208"/>
                  <a:pt x="25855" y="34499"/>
                </a:cubicBezTo>
                <a:cubicBezTo>
                  <a:pt x="26117" y="34807"/>
                  <a:pt x="26444" y="35061"/>
                  <a:pt x="26810" y="35241"/>
                </a:cubicBezTo>
                <a:cubicBezTo>
                  <a:pt x="27560" y="35613"/>
                  <a:pt x="28456" y="35736"/>
                  <a:pt x="29398" y="35551"/>
                </a:cubicBezTo>
                <a:cubicBezTo>
                  <a:pt x="30316" y="35353"/>
                  <a:pt x="31298" y="34882"/>
                  <a:pt x="32032" y="33889"/>
                </a:cubicBezTo>
                <a:cubicBezTo>
                  <a:pt x="32422" y="33325"/>
                  <a:pt x="32615" y="32803"/>
                  <a:pt x="32722" y="32177"/>
                </a:cubicBezTo>
                <a:cubicBezTo>
                  <a:pt x="32776" y="31882"/>
                  <a:pt x="32797" y="31582"/>
                  <a:pt x="32784" y="31283"/>
                </a:cubicBezTo>
                <a:cubicBezTo>
                  <a:pt x="34828" y="34499"/>
                  <a:pt x="34919" y="37103"/>
                  <a:pt x="34413" y="41899"/>
                </a:cubicBezTo>
                <a:cubicBezTo>
                  <a:pt x="33530" y="50222"/>
                  <a:pt x="29511" y="52831"/>
                  <a:pt x="29511" y="52831"/>
                </a:cubicBezTo>
                <a:lnTo>
                  <a:pt x="37547" y="52743"/>
                </a:lnTo>
                <a:lnTo>
                  <a:pt x="37764" y="52743"/>
                </a:lnTo>
                <a:lnTo>
                  <a:pt x="45801" y="52655"/>
                </a:lnTo>
                <a:cubicBezTo>
                  <a:pt x="45801" y="52655"/>
                  <a:pt x="41725" y="50137"/>
                  <a:pt x="40668" y="41835"/>
                </a:cubicBezTo>
                <a:cubicBezTo>
                  <a:pt x="40058" y="37050"/>
                  <a:pt x="40092" y="34443"/>
                  <a:pt x="42067" y="31186"/>
                </a:cubicBezTo>
                <a:cubicBezTo>
                  <a:pt x="42059" y="31486"/>
                  <a:pt x="42089" y="31786"/>
                  <a:pt x="42150" y="32080"/>
                </a:cubicBezTo>
                <a:cubicBezTo>
                  <a:pt x="42271" y="32704"/>
                  <a:pt x="42474" y="33220"/>
                  <a:pt x="42876" y="33777"/>
                </a:cubicBezTo>
                <a:cubicBezTo>
                  <a:pt x="43630" y="34754"/>
                  <a:pt x="44623" y="35203"/>
                  <a:pt x="45544" y="35380"/>
                </a:cubicBezTo>
                <a:cubicBezTo>
                  <a:pt x="46489" y="35546"/>
                  <a:pt x="47382" y="35404"/>
                  <a:pt x="48126" y="35013"/>
                </a:cubicBezTo>
                <a:cubicBezTo>
                  <a:pt x="48488" y="34826"/>
                  <a:pt x="48809" y="34566"/>
                  <a:pt x="49066" y="34251"/>
                </a:cubicBezTo>
                <a:cubicBezTo>
                  <a:pt x="49323" y="33954"/>
                  <a:pt x="49499" y="33445"/>
                  <a:pt x="49518" y="33153"/>
                </a:cubicBezTo>
                <a:cubicBezTo>
                  <a:pt x="49585" y="32508"/>
                  <a:pt x="49462" y="31992"/>
                  <a:pt x="49266" y="31564"/>
                </a:cubicBezTo>
                <a:cubicBezTo>
                  <a:pt x="49076" y="31143"/>
                  <a:pt x="48801" y="30801"/>
                  <a:pt x="48482" y="30662"/>
                </a:cubicBezTo>
                <a:cubicBezTo>
                  <a:pt x="48172" y="30517"/>
                  <a:pt x="47915" y="30560"/>
                  <a:pt x="47776" y="30606"/>
                </a:cubicBezTo>
                <a:lnTo>
                  <a:pt x="47570" y="30697"/>
                </a:lnTo>
                <a:cubicBezTo>
                  <a:pt x="47543" y="30721"/>
                  <a:pt x="47955" y="30662"/>
                  <a:pt x="48207" y="31028"/>
                </a:cubicBezTo>
                <a:cubicBezTo>
                  <a:pt x="48445" y="31347"/>
                  <a:pt x="48480" y="32136"/>
                  <a:pt x="48156" y="32821"/>
                </a:cubicBezTo>
                <a:cubicBezTo>
                  <a:pt x="48019" y="33250"/>
                  <a:pt x="46978" y="33525"/>
                  <a:pt x="46192" y="33078"/>
                </a:cubicBezTo>
                <a:cubicBezTo>
                  <a:pt x="45790" y="32883"/>
                  <a:pt x="45448" y="32508"/>
                  <a:pt x="45343" y="32177"/>
                </a:cubicBezTo>
                <a:cubicBezTo>
                  <a:pt x="45298" y="32005"/>
                  <a:pt x="45276" y="31826"/>
                  <a:pt x="45282" y="31647"/>
                </a:cubicBezTo>
                <a:cubicBezTo>
                  <a:pt x="45279" y="31454"/>
                  <a:pt x="45330" y="31264"/>
                  <a:pt x="45402" y="31047"/>
                </a:cubicBezTo>
                <a:cubicBezTo>
                  <a:pt x="45696" y="30183"/>
                  <a:pt x="46818" y="28954"/>
                  <a:pt x="48241" y="28339"/>
                </a:cubicBezTo>
                <a:cubicBezTo>
                  <a:pt x="49735" y="27622"/>
                  <a:pt x="51713" y="27234"/>
                  <a:pt x="53851" y="26586"/>
                </a:cubicBezTo>
                <a:cubicBezTo>
                  <a:pt x="55861" y="25984"/>
                  <a:pt x="57999" y="25408"/>
                  <a:pt x="60185" y="24699"/>
                </a:cubicBezTo>
                <a:cubicBezTo>
                  <a:pt x="62372" y="23979"/>
                  <a:pt x="64609" y="23163"/>
                  <a:pt x="66772" y="21929"/>
                </a:cubicBezTo>
                <a:cubicBezTo>
                  <a:pt x="68918" y="20717"/>
                  <a:pt x="70930" y="19047"/>
                  <a:pt x="72386" y="16890"/>
                </a:cubicBezTo>
                <a:cubicBezTo>
                  <a:pt x="72563" y="16622"/>
                  <a:pt x="72774" y="16283"/>
                  <a:pt x="72916" y="16034"/>
                </a:cubicBezTo>
                <a:lnTo>
                  <a:pt x="73117" y="15664"/>
                </a:lnTo>
                <a:lnTo>
                  <a:pt x="73165" y="15573"/>
                </a:lnTo>
                <a:lnTo>
                  <a:pt x="73243" y="15413"/>
                </a:lnTo>
                <a:lnTo>
                  <a:pt x="73347" y="15183"/>
                </a:lnTo>
                <a:cubicBezTo>
                  <a:pt x="73639" y="14578"/>
                  <a:pt x="73845" y="13944"/>
                  <a:pt x="74016" y="13309"/>
                </a:cubicBezTo>
                <a:cubicBezTo>
                  <a:pt x="74351" y="12035"/>
                  <a:pt x="74423" y="10729"/>
                  <a:pt x="74300" y="9469"/>
                </a:cubicBezTo>
                <a:close/>
                <a:moveTo>
                  <a:pt x="21867" y="23527"/>
                </a:moveTo>
                <a:cubicBezTo>
                  <a:pt x="19791" y="22930"/>
                  <a:pt x="17668" y="22379"/>
                  <a:pt x="15594" y="21729"/>
                </a:cubicBezTo>
                <a:cubicBezTo>
                  <a:pt x="13531" y="21078"/>
                  <a:pt x="11470" y="20332"/>
                  <a:pt x="9675" y="19325"/>
                </a:cubicBezTo>
                <a:cubicBezTo>
                  <a:pt x="7876" y="18319"/>
                  <a:pt x="6273" y="17040"/>
                  <a:pt x="5176" y="15509"/>
                </a:cubicBezTo>
                <a:cubicBezTo>
                  <a:pt x="5042" y="15314"/>
                  <a:pt x="4948" y="15185"/>
                  <a:pt x="4807" y="14955"/>
                </a:cubicBezTo>
                <a:lnTo>
                  <a:pt x="4598" y="14597"/>
                </a:lnTo>
                <a:lnTo>
                  <a:pt x="4555" y="14522"/>
                </a:lnTo>
                <a:cubicBezTo>
                  <a:pt x="4574" y="14554"/>
                  <a:pt x="4536" y="14476"/>
                  <a:pt x="4536" y="14476"/>
                </a:cubicBezTo>
                <a:lnTo>
                  <a:pt x="4467" y="14326"/>
                </a:lnTo>
                <a:cubicBezTo>
                  <a:pt x="4263" y="13941"/>
                  <a:pt x="4116" y="13523"/>
                  <a:pt x="3988" y="13106"/>
                </a:cubicBezTo>
                <a:cubicBezTo>
                  <a:pt x="3739" y="12268"/>
                  <a:pt x="3661" y="11380"/>
                  <a:pt x="3723" y="10521"/>
                </a:cubicBezTo>
                <a:cubicBezTo>
                  <a:pt x="3843" y="8805"/>
                  <a:pt x="4526" y="7191"/>
                  <a:pt x="5593" y="6124"/>
                </a:cubicBezTo>
                <a:cubicBezTo>
                  <a:pt x="5832" y="5840"/>
                  <a:pt x="6158" y="5610"/>
                  <a:pt x="6412" y="5406"/>
                </a:cubicBezTo>
                <a:cubicBezTo>
                  <a:pt x="6543" y="5326"/>
                  <a:pt x="6667" y="5235"/>
                  <a:pt x="6790" y="5142"/>
                </a:cubicBezTo>
                <a:cubicBezTo>
                  <a:pt x="6961" y="5040"/>
                  <a:pt x="7194" y="4933"/>
                  <a:pt x="7392" y="4831"/>
                </a:cubicBezTo>
                <a:cubicBezTo>
                  <a:pt x="7967" y="4558"/>
                  <a:pt x="8703" y="4307"/>
                  <a:pt x="9380" y="4232"/>
                </a:cubicBezTo>
                <a:cubicBezTo>
                  <a:pt x="10761" y="4034"/>
                  <a:pt x="12126" y="4197"/>
                  <a:pt x="13298" y="4515"/>
                </a:cubicBezTo>
                <a:cubicBezTo>
                  <a:pt x="14478" y="4831"/>
                  <a:pt x="15474" y="5286"/>
                  <a:pt x="16269" y="5695"/>
                </a:cubicBezTo>
                <a:cubicBezTo>
                  <a:pt x="16732" y="5936"/>
                  <a:pt x="17179" y="6201"/>
                  <a:pt x="17612" y="6493"/>
                </a:cubicBezTo>
                <a:cubicBezTo>
                  <a:pt x="17800" y="10799"/>
                  <a:pt x="19221" y="16754"/>
                  <a:pt x="24573" y="22090"/>
                </a:cubicBezTo>
                <a:cubicBezTo>
                  <a:pt x="25753" y="23265"/>
                  <a:pt x="26805" y="24327"/>
                  <a:pt x="27742" y="25296"/>
                </a:cubicBezTo>
                <a:cubicBezTo>
                  <a:pt x="25753" y="24437"/>
                  <a:pt x="23725" y="24089"/>
                  <a:pt x="21867" y="23527"/>
                </a:cubicBezTo>
                <a:close/>
                <a:moveTo>
                  <a:pt x="70470" y="12397"/>
                </a:moveTo>
                <a:cubicBezTo>
                  <a:pt x="70347" y="12817"/>
                  <a:pt x="70211" y="13234"/>
                  <a:pt x="70015" y="13628"/>
                </a:cubicBezTo>
                <a:lnTo>
                  <a:pt x="69948" y="13778"/>
                </a:lnTo>
                <a:cubicBezTo>
                  <a:pt x="69948" y="13778"/>
                  <a:pt x="69903" y="13874"/>
                  <a:pt x="69940" y="13807"/>
                </a:cubicBezTo>
                <a:lnTo>
                  <a:pt x="69889" y="13898"/>
                </a:lnTo>
                <a:lnTo>
                  <a:pt x="69689" y="14262"/>
                </a:lnTo>
                <a:cubicBezTo>
                  <a:pt x="69555" y="14498"/>
                  <a:pt x="69461" y="14626"/>
                  <a:pt x="69333" y="14827"/>
                </a:cubicBezTo>
                <a:cubicBezTo>
                  <a:pt x="68270" y="16379"/>
                  <a:pt x="66697" y="17688"/>
                  <a:pt x="64917" y="18737"/>
                </a:cubicBezTo>
                <a:cubicBezTo>
                  <a:pt x="63140" y="19786"/>
                  <a:pt x="61103" y="20572"/>
                  <a:pt x="59051" y="21268"/>
                </a:cubicBezTo>
                <a:cubicBezTo>
                  <a:pt x="56990" y="21961"/>
                  <a:pt x="54881" y="22556"/>
                  <a:pt x="52818" y="23198"/>
                </a:cubicBezTo>
                <a:cubicBezTo>
                  <a:pt x="50969" y="23800"/>
                  <a:pt x="48948" y="24193"/>
                  <a:pt x="46976" y="25095"/>
                </a:cubicBezTo>
                <a:cubicBezTo>
                  <a:pt x="47894" y="24105"/>
                  <a:pt x="48924" y="23021"/>
                  <a:pt x="50080" y="21817"/>
                </a:cubicBezTo>
                <a:cubicBezTo>
                  <a:pt x="55317" y="16368"/>
                  <a:pt x="56613" y="10387"/>
                  <a:pt x="56704" y="6078"/>
                </a:cubicBezTo>
                <a:cubicBezTo>
                  <a:pt x="57132" y="5776"/>
                  <a:pt x="57573" y="5500"/>
                  <a:pt x="58034" y="5251"/>
                </a:cubicBezTo>
                <a:cubicBezTo>
                  <a:pt x="58818" y="4826"/>
                  <a:pt x="59803" y="4349"/>
                  <a:pt x="60978" y="4009"/>
                </a:cubicBezTo>
                <a:cubicBezTo>
                  <a:pt x="62142" y="3664"/>
                  <a:pt x="63504" y="3474"/>
                  <a:pt x="64890" y="3640"/>
                </a:cubicBezTo>
                <a:cubicBezTo>
                  <a:pt x="65567" y="3702"/>
                  <a:pt x="66309" y="3937"/>
                  <a:pt x="66892" y="4197"/>
                </a:cubicBezTo>
                <a:cubicBezTo>
                  <a:pt x="67090" y="4296"/>
                  <a:pt x="67326" y="4398"/>
                  <a:pt x="67500" y="4497"/>
                </a:cubicBezTo>
                <a:cubicBezTo>
                  <a:pt x="67623" y="4585"/>
                  <a:pt x="67748" y="4673"/>
                  <a:pt x="67882" y="4753"/>
                </a:cubicBezTo>
                <a:cubicBezTo>
                  <a:pt x="68139" y="4949"/>
                  <a:pt x="68474" y="5174"/>
                  <a:pt x="68717" y="5452"/>
                </a:cubicBezTo>
                <a:cubicBezTo>
                  <a:pt x="69806" y="6496"/>
                  <a:pt x="70524" y="8096"/>
                  <a:pt x="70682" y="9809"/>
                </a:cubicBezTo>
                <a:cubicBezTo>
                  <a:pt x="70759" y="10663"/>
                  <a:pt x="70703" y="11551"/>
                  <a:pt x="70470" y="12397"/>
                </a:cubicBezTo>
                <a:close/>
              </a:path>
            </a:pathLst>
          </a:custGeom>
          <a:noFill/>
          <a:ln w="9525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1389;p133">
            <a:extLst>
              <a:ext uri="{FF2B5EF4-FFF2-40B4-BE49-F238E27FC236}">
                <a16:creationId xmlns:a16="http://schemas.microsoft.com/office/drawing/2014/main" id="{42605C1F-1A16-54BC-6A02-49709C806CFA}"/>
              </a:ext>
            </a:extLst>
          </p:cNvPr>
          <p:cNvSpPr/>
          <p:nvPr/>
        </p:nvSpPr>
        <p:spPr>
          <a:xfrm>
            <a:off x="-597747" y="2622798"/>
            <a:ext cx="38755" cy="13950"/>
          </a:xfrm>
          <a:custGeom>
            <a:avLst/>
            <a:gdLst/>
            <a:ahLst/>
            <a:cxnLst/>
            <a:rect l="l" t="t" r="r" b="b"/>
            <a:pathLst>
              <a:path w="26252" h="8578" fill="none" extrusionOk="0">
                <a:moveTo>
                  <a:pt x="26252" y="8347"/>
                </a:moveTo>
                <a:lnTo>
                  <a:pt x="108" y="8577"/>
                </a:lnTo>
                <a:lnTo>
                  <a:pt x="108" y="8577"/>
                </a:lnTo>
                <a:lnTo>
                  <a:pt x="1" y="281"/>
                </a:lnTo>
                <a:cubicBezTo>
                  <a:pt x="3" y="254"/>
                  <a:pt x="27" y="233"/>
                  <a:pt x="57" y="236"/>
                </a:cubicBezTo>
                <a:lnTo>
                  <a:pt x="57" y="236"/>
                </a:lnTo>
                <a:lnTo>
                  <a:pt x="26091" y="3"/>
                </a:lnTo>
                <a:cubicBezTo>
                  <a:pt x="26118" y="0"/>
                  <a:pt x="26142" y="22"/>
                  <a:pt x="26147" y="48"/>
                </a:cubicBezTo>
                <a:lnTo>
                  <a:pt x="26252" y="8345"/>
                </a:lnTo>
                <a:lnTo>
                  <a:pt x="26252" y="8345"/>
                </a:lnTo>
                <a:close/>
              </a:path>
            </a:pathLst>
          </a:custGeom>
          <a:noFill/>
          <a:ln w="9525" cap="flat" cmpd="sng">
            <a:solidFill>
              <a:srgbClr val="E3E9ED"/>
            </a:solidFill>
            <a:prstDash val="solid"/>
            <a:miter lim="267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11390;p133">
            <a:extLst>
              <a:ext uri="{FF2B5EF4-FFF2-40B4-BE49-F238E27FC236}">
                <a16:creationId xmlns:a16="http://schemas.microsoft.com/office/drawing/2014/main" id="{9677A70F-5D3A-38AA-747E-5EB273902422}"/>
              </a:ext>
            </a:extLst>
          </p:cNvPr>
          <p:cNvSpPr/>
          <p:nvPr/>
        </p:nvSpPr>
        <p:spPr>
          <a:xfrm>
            <a:off x="-602025" y="2636458"/>
            <a:ext cx="47470" cy="5830"/>
          </a:xfrm>
          <a:custGeom>
            <a:avLst/>
            <a:gdLst/>
            <a:ahLst/>
            <a:cxnLst/>
            <a:rect l="l" t="t" r="r" b="b"/>
            <a:pathLst>
              <a:path w="32156" h="3585" fill="none" extrusionOk="0">
                <a:moveTo>
                  <a:pt x="32155" y="3244"/>
                </a:moveTo>
                <a:lnTo>
                  <a:pt x="35" y="3584"/>
                </a:lnTo>
                <a:lnTo>
                  <a:pt x="35" y="3584"/>
                </a:lnTo>
                <a:lnTo>
                  <a:pt x="3" y="399"/>
                </a:lnTo>
                <a:cubicBezTo>
                  <a:pt x="0" y="367"/>
                  <a:pt x="27" y="343"/>
                  <a:pt x="57" y="343"/>
                </a:cubicBezTo>
                <a:lnTo>
                  <a:pt x="32067" y="1"/>
                </a:lnTo>
                <a:cubicBezTo>
                  <a:pt x="32096" y="1"/>
                  <a:pt x="32120" y="25"/>
                  <a:pt x="32123" y="57"/>
                </a:cubicBezTo>
                <a:lnTo>
                  <a:pt x="32155" y="3244"/>
                </a:lnTo>
                <a:close/>
              </a:path>
            </a:pathLst>
          </a:custGeom>
          <a:noFill/>
          <a:ln w="9525" cap="flat" cmpd="sng">
            <a:solidFill>
              <a:srgbClr val="E3E9ED"/>
            </a:solidFill>
            <a:prstDash val="solid"/>
            <a:miter lim="267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11391;p133">
            <a:extLst>
              <a:ext uri="{FF2B5EF4-FFF2-40B4-BE49-F238E27FC236}">
                <a16:creationId xmlns:a16="http://schemas.microsoft.com/office/drawing/2014/main" id="{D5DB3789-AA10-1607-62CC-021510314132}"/>
              </a:ext>
            </a:extLst>
          </p:cNvPr>
          <p:cNvSpPr/>
          <p:nvPr/>
        </p:nvSpPr>
        <p:spPr>
          <a:xfrm>
            <a:off x="-588664" y="2547529"/>
            <a:ext cx="19135" cy="20046"/>
          </a:xfrm>
          <a:custGeom>
            <a:avLst/>
            <a:gdLst/>
            <a:ahLst/>
            <a:cxnLst/>
            <a:rect l="l" t="t" r="r" b="b"/>
            <a:pathLst>
              <a:path w="12962" h="12327" fill="none" extrusionOk="0">
                <a:moveTo>
                  <a:pt x="6479" y="0"/>
                </a:moveTo>
                <a:lnTo>
                  <a:pt x="8484" y="4060"/>
                </a:lnTo>
                <a:lnTo>
                  <a:pt x="12961" y="4710"/>
                </a:lnTo>
                <a:lnTo>
                  <a:pt x="9720" y="7868"/>
                </a:lnTo>
                <a:lnTo>
                  <a:pt x="10486" y="12327"/>
                </a:lnTo>
                <a:lnTo>
                  <a:pt x="6479" y="10221"/>
                </a:lnTo>
                <a:lnTo>
                  <a:pt x="2476" y="12327"/>
                </a:lnTo>
                <a:lnTo>
                  <a:pt x="3241" y="7868"/>
                </a:lnTo>
                <a:lnTo>
                  <a:pt x="0" y="4710"/>
                </a:lnTo>
                <a:lnTo>
                  <a:pt x="4478" y="4060"/>
                </a:lnTo>
                <a:close/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miter lim="267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9" grpId="0" build="p"/>
      <p:bldP spid="3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5">
          <a:extLst>
            <a:ext uri="{FF2B5EF4-FFF2-40B4-BE49-F238E27FC236}">
              <a16:creationId xmlns:a16="http://schemas.microsoft.com/office/drawing/2014/main" id="{651689C1-36E1-3F84-56BF-4114A944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6" name="Google Shape;3696;p113">
            <a:extLst>
              <a:ext uri="{FF2B5EF4-FFF2-40B4-BE49-F238E27FC236}">
                <a16:creationId xmlns:a16="http://schemas.microsoft.com/office/drawing/2014/main" id="{6C26F56F-4292-164B-E81B-1A9B757A00CE}"/>
              </a:ext>
            </a:extLst>
          </p:cNvPr>
          <p:cNvGrpSpPr/>
          <p:nvPr/>
        </p:nvGrpSpPr>
        <p:grpSpPr>
          <a:xfrm>
            <a:off x="774417" y="2686975"/>
            <a:ext cx="693483" cy="695908"/>
            <a:chOff x="2601750" y="1612625"/>
            <a:chExt cx="1123050" cy="1127525"/>
          </a:xfrm>
        </p:grpSpPr>
        <p:sp>
          <p:nvSpPr>
            <p:cNvPr id="3697" name="Google Shape;3697;p113">
              <a:extLst>
                <a:ext uri="{FF2B5EF4-FFF2-40B4-BE49-F238E27FC236}">
                  <a16:creationId xmlns:a16="http://schemas.microsoft.com/office/drawing/2014/main" id="{BED25DAC-148A-D93C-25E7-74B5E68F04BF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113">
              <a:extLst>
                <a:ext uri="{FF2B5EF4-FFF2-40B4-BE49-F238E27FC236}">
                  <a16:creationId xmlns:a16="http://schemas.microsoft.com/office/drawing/2014/main" id="{B68FEA87-1FE0-1519-C7ED-4F26B9971FD5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9" name="Google Shape;3699;p113">
            <a:extLst>
              <a:ext uri="{FF2B5EF4-FFF2-40B4-BE49-F238E27FC236}">
                <a16:creationId xmlns:a16="http://schemas.microsoft.com/office/drawing/2014/main" id="{BA1431E0-F02B-29B5-B2BF-499A885B023C}"/>
              </a:ext>
            </a:extLst>
          </p:cNvPr>
          <p:cNvGrpSpPr/>
          <p:nvPr/>
        </p:nvGrpSpPr>
        <p:grpSpPr>
          <a:xfrm>
            <a:off x="4387522" y="2754576"/>
            <a:ext cx="693483" cy="695908"/>
            <a:chOff x="2601750" y="1612625"/>
            <a:chExt cx="1123050" cy="1127525"/>
          </a:xfrm>
        </p:grpSpPr>
        <p:sp>
          <p:nvSpPr>
            <p:cNvPr id="3700" name="Google Shape;3700;p113">
              <a:extLst>
                <a:ext uri="{FF2B5EF4-FFF2-40B4-BE49-F238E27FC236}">
                  <a16:creationId xmlns:a16="http://schemas.microsoft.com/office/drawing/2014/main" id="{EB937981-4ACD-B751-1F5A-5D2D2F59E50B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113">
              <a:extLst>
                <a:ext uri="{FF2B5EF4-FFF2-40B4-BE49-F238E27FC236}">
                  <a16:creationId xmlns:a16="http://schemas.microsoft.com/office/drawing/2014/main" id="{07BEF11A-17B8-8212-DE86-3346A473CF25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3" name="Google Shape;3703;p113">
            <a:extLst>
              <a:ext uri="{FF2B5EF4-FFF2-40B4-BE49-F238E27FC236}">
                <a16:creationId xmlns:a16="http://schemas.microsoft.com/office/drawing/2014/main" id="{7E5E778C-5199-E918-A85E-F6FF02DCAF7F}"/>
              </a:ext>
            </a:extLst>
          </p:cNvPr>
          <p:cNvSpPr/>
          <p:nvPr/>
        </p:nvSpPr>
        <p:spPr>
          <a:xfrm>
            <a:off x="7703840" y="2696763"/>
            <a:ext cx="638001" cy="635839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04" name="Google Shape;3704;p113">
            <a:extLst>
              <a:ext uri="{FF2B5EF4-FFF2-40B4-BE49-F238E27FC236}">
                <a16:creationId xmlns:a16="http://schemas.microsoft.com/office/drawing/2014/main" id="{A2C3B5AF-7995-6E44-D3BB-E38107526721}"/>
              </a:ext>
            </a:extLst>
          </p:cNvPr>
          <p:cNvSpPr/>
          <p:nvPr/>
        </p:nvSpPr>
        <p:spPr>
          <a:xfrm>
            <a:off x="7759322" y="2756832"/>
            <a:ext cx="638001" cy="635839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05" name="Google Shape;3705;p113">
            <a:extLst>
              <a:ext uri="{FF2B5EF4-FFF2-40B4-BE49-F238E27FC236}">
                <a16:creationId xmlns:a16="http://schemas.microsoft.com/office/drawing/2014/main" id="{41A180F2-99B6-EE47-762A-251A6D36B450}"/>
              </a:ext>
            </a:extLst>
          </p:cNvPr>
          <p:cNvGrpSpPr/>
          <p:nvPr/>
        </p:nvGrpSpPr>
        <p:grpSpPr>
          <a:xfrm>
            <a:off x="2612841" y="2696763"/>
            <a:ext cx="693483" cy="695908"/>
            <a:chOff x="2601750" y="1612625"/>
            <a:chExt cx="1123050" cy="1127525"/>
          </a:xfrm>
        </p:grpSpPr>
        <p:sp>
          <p:nvSpPr>
            <p:cNvPr id="3706" name="Google Shape;3706;p113">
              <a:extLst>
                <a:ext uri="{FF2B5EF4-FFF2-40B4-BE49-F238E27FC236}">
                  <a16:creationId xmlns:a16="http://schemas.microsoft.com/office/drawing/2014/main" id="{841EC59D-5F0A-03E8-9FF0-1E820153A998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7" name="Google Shape;3707;p113">
              <a:extLst>
                <a:ext uri="{FF2B5EF4-FFF2-40B4-BE49-F238E27FC236}">
                  <a16:creationId xmlns:a16="http://schemas.microsoft.com/office/drawing/2014/main" id="{CBC8A9A1-271E-FE3B-D6FD-5399994627B1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8" name="Google Shape;3708;p113">
            <a:extLst>
              <a:ext uri="{FF2B5EF4-FFF2-40B4-BE49-F238E27FC236}">
                <a16:creationId xmlns:a16="http://schemas.microsoft.com/office/drawing/2014/main" id="{99801E10-4969-5166-508D-1EE08643ACE9}"/>
              </a:ext>
            </a:extLst>
          </p:cNvPr>
          <p:cNvSpPr/>
          <p:nvPr/>
        </p:nvSpPr>
        <p:spPr>
          <a:xfrm>
            <a:off x="2984500" y="1161912"/>
            <a:ext cx="3255433" cy="720988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5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</a:rPr>
              <a:t>Included features</a:t>
            </a:r>
            <a:endParaRPr sz="25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09" name="Google Shape;3709;p113">
            <a:extLst>
              <a:ext uri="{FF2B5EF4-FFF2-40B4-BE49-F238E27FC236}">
                <a16:creationId xmlns:a16="http://schemas.microsoft.com/office/drawing/2014/main" id="{C8B2833D-BBBE-790A-AFCD-71F687A08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30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Project Objectives</a:t>
            </a:r>
            <a:endParaRPr dirty="0"/>
          </a:p>
        </p:txBody>
      </p:sp>
      <p:cxnSp>
        <p:nvCxnSpPr>
          <p:cNvPr id="3710" name="Google Shape;3710;p113">
            <a:extLst>
              <a:ext uri="{FF2B5EF4-FFF2-40B4-BE49-F238E27FC236}">
                <a16:creationId xmlns:a16="http://schemas.microsoft.com/office/drawing/2014/main" id="{51295DDF-E0F2-D789-84CD-780A62741354}"/>
              </a:ext>
            </a:extLst>
          </p:cNvPr>
          <p:cNvCxnSpPr>
            <a:cxnSpLocks/>
            <a:stCxn id="3708" idx="1"/>
            <a:endCxn id="3706" idx="3"/>
          </p:cNvCxnSpPr>
          <p:nvPr/>
        </p:nvCxnSpPr>
        <p:spPr>
          <a:xfrm rot="5400000">
            <a:off x="3365099" y="1449644"/>
            <a:ext cx="813863" cy="168037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1" name="Google Shape;3711;p113">
            <a:extLst>
              <a:ext uri="{FF2B5EF4-FFF2-40B4-BE49-F238E27FC236}">
                <a16:creationId xmlns:a16="http://schemas.microsoft.com/office/drawing/2014/main" id="{BFD31D49-DCD2-5290-9C88-0A21F02AE1DA}"/>
              </a:ext>
            </a:extLst>
          </p:cNvPr>
          <p:cNvCxnSpPr>
            <a:cxnSpLocks/>
            <a:stCxn id="3697" idx="3"/>
            <a:endCxn id="3708" idx="1"/>
          </p:cNvCxnSpPr>
          <p:nvPr/>
        </p:nvCxnSpPr>
        <p:spPr>
          <a:xfrm rot="5400000" flipH="1" flipV="1">
            <a:off x="2450780" y="525539"/>
            <a:ext cx="804075" cy="351879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2" name="Google Shape;3712;p113">
            <a:extLst>
              <a:ext uri="{FF2B5EF4-FFF2-40B4-BE49-F238E27FC236}">
                <a16:creationId xmlns:a16="http://schemas.microsoft.com/office/drawing/2014/main" id="{DE86E3E8-50F9-74DE-0B69-CC3E79417175}"/>
              </a:ext>
            </a:extLst>
          </p:cNvPr>
          <p:cNvCxnSpPr>
            <a:cxnSpLocks/>
            <a:stCxn id="3708" idx="1"/>
            <a:endCxn id="3703" idx="3"/>
          </p:cNvCxnSpPr>
          <p:nvPr/>
        </p:nvCxnSpPr>
        <p:spPr>
          <a:xfrm rot="16200000" flipH="1">
            <a:off x="5910598" y="584519"/>
            <a:ext cx="813863" cy="341062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13" name="Google Shape;3713;p113">
            <a:extLst>
              <a:ext uri="{FF2B5EF4-FFF2-40B4-BE49-F238E27FC236}">
                <a16:creationId xmlns:a16="http://schemas.microsoft.com/office/drawing/2014/main" id="{A935ECF7-B281-AB91-36EA-87BC878C661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759569" y="3674282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buNone/>
            </a:pPr>
            <a:r>
              <a:rPr lang="en-IN" sz="1600" b="1" dirty="0"/>
              <a:t>Industry </a:t>
            </a:r>
          </a:p>
          <a:p>
            <a:pPr marL="0" lvl="0" indent="0" algn="ctr">
              <a:buNone/>
            </a:pPr>
            <a:r>
              <a:rPr lang="en-IN" sz="1600" b="1" dirty="0"/>
              <a:t>Insights</a:t>
            </a:r>
            <a:endParaRPr sz="1600" b="1" dirty="0">
              <a:sym typeface="IBM Plex Sans"/>
            </a:endParaRPr>
          </a:p>
        </p:txBody>
      </p:sp>
      <p:sp>
        <p:nvSpPr>
          <p:cNvPr id="3714" name="Google Shape;3714;p113">
            <a:extLst>
              <a:ext uri="{FF2B5EF4-FFF2-40B4-BE49-F238E27FC236}">
                <a16:creationId xmlns:a16="http://schemas.microsoft.com/office/drawing/2014/main" id="{90C029C6-8475-95D3-6701-09ED6F9C96F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74143" y="3605408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buNone/>
            </a:pPr>
            <a:r>
              <a:rPr lang="en-IN" sz="1600" b="1" dirty="0"/>
              <a:t>AI Project Idea Generator</a:t>
            </a:r>
            <a:endParaRPr sz="1600" b="1" dirty="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18" name="Google Shape;3718;p113">
            <a:extLst>
              <a:ext uri="{FF2B5EF4-FFF2-40B4-BE49-F238E27FC236}">
                <a16:creationId xmlns:a16="http://schemas.microsoft.com/office/drawing/2014/main" id="{B0F5D26E-EAE9-402A-00FF-866C429B9A8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044212" y="3645096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r>
              <a:rPr lang="en-IN" sz="1600" b="1" dirty="0"/>
              <a:t>Research &amp; Publication Hub</a:t>
            </a:r>
            <a:endParaRPr sz="1600" b="1" dirty="0">
              <a:sym typeface="IBM Plex Sans"/>
            </a:endParaRPr>
          </a:p>
        </p:txBody>
      </p:sp>
      <p:sp>
        <p:nvSpPr>
          <p:cNvPr id="3719" name="Google Shape;3719;p113">
            <a:extLst>
              <a:ext uri="{FF2B5EF4-FFF2-40B4-BE49-F238E27FC236}">
                <a16:creationId xmlns:a16="http://schemas.microsoft.com/office/drawing/2014/main" id="{89503D8C-2CE6-4839-1768-FB36F25E980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75501" y="3649221"/>
            <a:ext cx="1885200" cy="51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r>
              <a:rPr lang="en-IN" sz="1600" b="1" dirty="0"/>
              <a:t>PDF to Word Converter</a:t>
            </a:r>
            <a:endParaRPr sz="1600" b="1" dirty="0">
              <a:sym typeface="IBM Plex Sans"/>
            </a:endParaRPr>
          </a:p>
        </p:txBody>
      </p:sp>
      <p:cxnSp>
        <p:nvCxnSpPr>
          <p:cNvPr id="3721" name="Google Shape;3721;p113">
            <a:extLst>
              <a:ext uri="{FF2B5EF4-FFF2-40B4-BE49-F238E27FC236}">
                <a16:creationId xmlns:a16="http://schemas.microsoft.com/office/drawing/2014/main" id="{C11DA43F-C649-AD2B-4319-183981FEFC35}"/>
              </a:ext>
            </a:extLst>
          </p:cNvPr>
          <p:cNvCxnSpPr>
            <a:cxnSpLocks/>
            <a:stCxn id="3700" idx="3"/>
            <a:endCxn id="3708" idx="1"/>
          </p:cNvCxnSpPr>
          <p:nvPr/>
        </p:nvCxnSpPr>
        <p:spPr>
          <a:xfrm rot="16200000" flipV="1">
            <a:off x="4223532" y="2271585"/>
            <a:ext cx="871676" cy="94306"/>
          </a:xfrm>
          <a:prstGeom prst="bentConnector3">
            <a:avLst>
              <a:gd name="adj1" fmla="val 534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" name="Google Shape;3702;p113">
            <a:extLst>
              <a:ext uri="{FF2B5EF4-FFF2-40B4-BE49-F238E27FC236}">
                <a16:creationId xmlns:a16="http://schemas.microsoft.com/office/drawing/2014/main" id="{D8DBE1C2-4975-B71B-EB5A-ADB20B2FFFE6}"/>
              </a:ext>
            </a:extLst>
          </p:cNvPr>
          <p:cNvGrpSpPr/>
          <p:nvPr/>
        </p:nvGrpSpPr>
        <p:grpSpPr>
          <a:xfrm>
            <a:off x="5978073" y="2832232"/>
            <a:ext cx="693483" cy="695908"/>
            <a:chOff x="2601750" y="1612625"/>
            <a:chExt cx="1123050" cy="1127525"/>
          </a:xfrm>
        </p:grpSpPr>
        <p:sp>
          <p:nvSpPr>
            <p:cNvPr id="35" name="Google Shape;3703;p113">
              <a:extLst>
                <a:ext uri="{FF2B5EF4-FFF2-40B4-BE49-F238E27FC236}">
                  <a16:creationId xmlns:a16="http://schemas.microsoft.com/office/drawing/2014/main" id="{C4282F56-659C-B465-795F-DC4DA0D0A674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04;p113">
              <a:extLst>
                <a:ext uri="{FF2B5EF4-FFF2-40B4-BE49-F238E27FC236}">
                  <a16:creationId xmlns:a16="http://schemas.microsoft.com/office/drawing/2014/main" id="{36E3EDDE-5371-EFAC-9EF3-0EF9A57362D8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19;p113">
            <a:extLst>
              <a:ext uri="{FF2B5EF4-FFF2-40B4-BE49-F238E27FC236}">
                <a16:creationId xmlns:a16="http://schemas.microsoft.com/office/drawing/2014/main" id="{982B7F9B-C4E6-3A1A-0EAC-E220F590D894}"/>
              </a:ext>
            </a:extLst>
          </p:cNvPr>
          <p:cNvSpPr txBox="1">
            <a:spLocks/>
          </p:cNvSpPr>
          <p:nvPr/>
        </p:nvSpPr>
        <p:spPr>
          <a:xfrm>
            <a:off x="5389780" y="3676864"/>
            <a:ext cx="18852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 algn="ctr">
              <a:buNone/>
            </a:pPr>
            <a:r>
              <a:rPr lang="en-IN" sz="1600" b="1" dirty="0"/>
              <a:t>Word to PDF Converter</a:t>
            </a:r>
            <a:endParaRPr lang="en-IN" sz="1600" b="1" dirty="0">
              <a:sym typeface="IBM Plex San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7B5CD58-4DB2-CDB8-CC6E-8F25BAB1E5FC}"/>
              </a:ext>
            </a:extLst>
          </p:cNvPr>
          <p:cNvCxnSpPr>
            <a:cxnSpLocks/>
            <a:endCxn id="35" idx="3"/>
          </p:cNvCxnSpPr>
          <p:nvPr/>
        </p:nvCxnSpPr>
        <p:spPr>
          <a:xfrm>
            <a:off x="6297074" y="2304727"/>
            <a:ext cx="0" cy="52750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7" name="Google Shape;11388;p133">
            <a:extLst>
              <a:ext uri="{FF2B5EF4-FFF2-40B4-BE49-F238E27FC236}">
                <a16:creationId xmlns:a16="http://schemas.microsoft.com/office/drawing/2014/main" id="{A7DB3802-799E-AA2B-3A90-67E648AC7C29}"/>
              </a:ext>
            </a:extLst>
          </p:cNvPr>
          <p:cNvSpPr/>
          <p:nvPr/>
        </p:nvSpPr>
        <p:spPr>
          <a:xfrm>
            <a:off x="-634026" y="2535817"/>
            <a:ext cx="109867" cy="85916"/>
          </a:xfrm>
          <a:custGeom>
            <a:avLst/>
            <a:gdLst/>
            <a:ahLst/>
            <a:cxnLst/>
            <a:rect l="l" t="t" r="r" b="b"/>
            <a:pathLst>
              <a:path w="74423" h="52832" fill="none" extrusionOk="0">
                <a:moveTo>
                  <a:pt x="74300" y="9469"/>
                </a:moveTo>
                <a:cubicBezTo>
                  <a:pt x="74046" y="6953"/>
                  <a:pt x="72972" y="4566"/>
                  <a:pt x="71233" y="2899"/>
                </a:cubicBezTo>
                <a:cubicBezTo>
                  <a:pt x="71029" y="2682"/>
                  <a:pt x="70807" y="2484"/>
                  <a:pt x="70569" y="2305"/>
                </a:cubicBezTo>
                <a:cubicBezTo>
                  <a:pt x="70326" y="2123"/>
                  <a:pt x="70133" y="1933"/>
                  <a:pt x="69847" y="1767"/>
                </a:cubicBezTo>
                <a:cubicBezTo>
                  <a:pt x="69576" y="1596"/>
                  <a:pt x="69301" y="1435"/>
                  <a:pt x="69030" y="1280"/>
                </a:cubicBezTo>
                <a:cubicBezTo>
                  <a:pt x="68792" y="1159"/>
                  <a:pt x="68599" y="1084"/>
                  <a:pt x="68385" y="985"/>
                </a:cubicBezTo>
                <a:cubicBezTo>
                  <a:pt x="67280" y="522"/>
                  <a:pt x="66290" y="276"/>
                  <a:pt x="65270" y="188"/>
                </a:cubicBezTo>
                <a:cubicBezTo>
                  <a:pt x="63260" y="1"/>
                  <a:pt x="61470" y="332"/>
                  <a:pt x="60001" y="803"/>
                </a:cubicBezTo>
                <a:cubicBezTo>
                  <a:pt x="58778" y="1194"/>
                  <a:pt x="57603" y="1727"/>
                  <a:pt x="56500" y="2385"/>
                </a:cubicBezTo>
                <a:cubicBezTo>
                  <a:pt x="56396" y="1617"/>
                  <a:pt x="56273" y="1012"/>
                  <a:pt x="56179" y="613"/>
                </a:cubicBezTo>
                <a:cubicBezTo>
                  <a:pt x="56104" y="298"/>
                  <a:pt x="55821" y="73"/>
                  <a:pt x="55497" y="78"/>
                </a:cubicBezTo>
                <a:lnTo>
                  <a:pt x="38984" y="255"/>
                </a:lnTo>
                <a:lnTo>
                  <a:pt x="35208" y="295"/>
                </a:lnTo>
                <a:lnTo>
                  <a:pt x="18696" y="472"/>
                </a:lnTo>
                <a:cubicBezTo>
                  <a:pt x="18370" y="474"/>
                  <a:pt x="18091" y="704"/>
                  <a:pt x="18027" y="1023"/>
                </a:cubicBezTo>
                <a:cubicBezTo>
                  <a:pt x="17941" y="1422"/>
                  <a:pt x="17829" y="2026"/>
                  <a:pt x="17741" y="2800"/>
                </a:cubicBezTo>
                <a:cubicBezTo>
                  <a:pt x="16625" y="2163"/>
                  <a:pt x="15439" y="1657"/>
                  <a:pt x="14211" y="1290"/>
                </a:cubicBezTo>
                <a:cubicBezTo>
                  <a:pt x="12731" y="854"/>
                  <a:pt x="10935" y="560"/>
                  <a:pt x="8931" y="790"/>
                </a:cubicBezTo>
                <a:cubicBezTo>
                  <a:pt x="7908" y="900"/>
                  <a:pt x="6923" y="1167"/>
                  <a:pt x="5832" y="1652"/>
                </a:cubicBezTo>
                <a:cubicBezTo>
                  <a:pt x="5620" y="1756"/>
                  <a:pt x="5427" y="1839"/>
                  <a:pt x="5192" y="1965"/>
                </a:cubicBezTo>
                <a:cubicBezTo>
                  <a:pt x="4924" y="2125"/>
                  <a:pt x="4651" y="2291"/>
                  <a:pt x="4384" y="2465"/>
                </a:cubicBezTo>
                <a:cubicBezTo>
                  <a:pt x="4103" y="2639"/>
                  <a:pt x="3915" y="2832"/>
                  <a:pt x="3675" y="3019"/>
                </a:cubicBezTo>
                <a:cubicBezTo>
                  <a:pt x="3439" y="3204"/>
                  <a:pt x="3222" y="3407"/>
                  <a:pt x="3022" y="3627"/>
                </a:cubicBezTo>
                <a:cubicBezTo>
                  <a:pt x="1319" y="5332"/>
                  <a:pt x="294" y="7743"/>
                  <a:pt x="99" y="10261"/>
                </a:cubicBezTo>
                <a:cubicBezTo>
                  <a:pt x="0" y="11524"/>
                  <a:pt x="104" y="12828"/>
                  <a:pt x="466" y="14096"/>
                </a:cubicBezTo>
                <a:cubicBezTo>
                  <a:pt x="653" y="14725"/>
                  <a:pt x="875" y="15354"/>
                  <a:pt x="1175" y="15953"/>
                </a:cubicBezTo>
                <a:lnTo>
                  <a:pt x="1282" y="16181"/>
                </a:lnTo>
                <a:lnTo>
                  <a:pt x="1362" y="16341"/>
                </a:lnTo>
                <a:lnTo>
                  <a:pt x="1416" y="16432"/>
                </a:lnTo>
                <a:lnTo>
                  <a:pt x="1622" y="16794"/>
                </a:lnTo>
                <a:cubicBezTo>
                  <a:pt x="1769" y="17040"/>
                  <a:pt x="1986" y="17377"/>
                  <a:pt x="2168" y="17639"/>
                </a:cubicBezTo>
                <a:cubicBezTo>
                  <a:pt x="3672" y="19764"/>
                  <a:pt x="5719" y="21389"/>
                  <a:pt x="7890" y="22556"/>
                </a:cubicBezTo>
                <a:cubicBezTo>
                  <a:pt x="10076" y="23744"/>
                  <a:pt x="12329" y="24512"/>
                  <a:pt x="14535" y="25184"/>
                </a:cubicBezTo>
                <a:cubicBezTo>
                  <a:pt x="16734" y="25847"/>
                  <a:pt x="18883" y="26377"/>
                  <a:pt x="20907" y="26937"/>
                </a:cubicBezTo>
                <a:cubicBezTo>
                  <a:pt x="23058" y="27539"/>
                  <a:pt x="25044" y="27884"/>
                  <a:pt x="26553" y="28569"/>
                </a:cubicBezTo>
                <a:cubicBezTo>
                  <a:pt x="27991" y="29155"/>
                  <a:pt x="29136" y="30359"/>
                  <a:pt x="29449" y="31218"/>
                </a:cubicBezTo>
                <a:cubicBezTo>
                  <a:pt x="29527" y="31433"/>
                  <a:pt x="29583" y="31620"/>
                  <a:pt x="29583" y="31813"/>
                </a:cubicBezTo>
                <a:cubicBezTo>
                  <a:pt x="29591" y="31992"/>
                  <a:pt x="29572" y="32171"/>
                  <a:pt x="29532" y="32345"/>
                </a:cubicBezTo>
                <a:cubicBezTo>
                  <a:pt x="29436" y="32680"/>
                  <a:pt x="29099" y="33060"/>
                  <a:pt x="28702" y="33263"/>
                </a:cubicBezTo>
                <a:cubicBezTo>
                  <a:pt x="27926" y="33729"/>
                  <a:pt x="26880" y="33477"/>
                  <a:pt x="26733" y="33049"/>
                </a:cubicBezTo>
                <a:cubicBezTo>
                  <a:pt x="26396" y="32372"/>
                  <a:pt x="26414" y="31582"/>
                  <a:pt x="26644" y="31256"/>
                </a:cubicBezTo>
                <a:cubicBezTo>
                  <a:pt x="26888" y="30884"/>
                  <a:pt x="27300" y="30937"/>
                  <a:pt x="27273" y="30911"/>
                </a:cubicBezTo>
                <a:lnTo>
                  <a:pt x="27067" y="30825"/>
                </a:lnTo>
                <a:cubicBezTo>
                  <a:pt x="26928" y="30782"/>
                  <a:pt x="26669" y="30745"/>
                  <a:pt x="26361" y="30897"/>
                </a:cubicBezTo>
                <a:cubicBezTo>
                  <a:pt x="26045" y="31044"/>
                  <a:pt x="25777" y="31390"/>
                  <a:pt x="25595" y="31815"/>
                </a:cubicBezTo>
                <a:cubicBezTo>
                  <a:pt x="25408" y="32246"/>
                  <a:pt x="25298" y="32765"/>
                  <a:pt x="25379" y="33410"/>
                </a:cubicBezTo>
                <a:cubicBezTo>
                  <a:pt x="25403" y="33702"/>
                  <a:pt x="25590" y="34208"/>
                  <a:pt x="25855" y="34499"/>
                </a:cubicBezTo>
                <a:cubicBezTo>
                  <a:pt x="26117" y="34807"/>
                  <a:pt x="26444" y="35061"/>
                  <a:pt x="26810" y="35241"/>
                </a:cubicBezTo>
                <a:cubicBezTo>
                  <a:pt x="27560" y="35613"/>
                  <a:pt x="28456" y="35736"/>
                  <a:pt x="29398" y="35551"/>
                </a:cubicBezTo>
                <a:cubicBezTo>
                  <a:pt x="30316" y="35353"/>
                  <a:pt x="31298" y="34882"/>
                  <a:pt x="32032" y="33889"/>
                </a:cubicBezTo>
                <a:cubicBezTo>
                  <a:pt x="32422" y="33325"/>
                  <a:pt x="32615" y="32803"/>
                  <a:pt x="32722" y="32177"/>
                </a:cubicBezTo>
                <a:cubicBezTo>
                  <a:pt x="32776" y="31882"/>
                  <a:pt x="32797" y="31582"/>
                  <a:pt x="32784" y="31283"/>
                </a:cubicBezTo>
                <a:cubicBezTo>
                  <a:pt x="34828" y="34499"/>
                  <a:pt x="34919" y="37103"/>
                  <a:pt x="34413" y="41899"/>
                </a:cubicBezTo>
                <a:cubicBezTo>
                  <a:pt x="33530" y="50222"/>
                  <a:pt x="29511" y="52831"/>
                  <a:pt x="29511" y="52831"/>
                </a:cubicBezTo>
                <a:lnTo>
                  <a:pt x="37547" y="52743"/>
                </a:lnTo>
                <a:lnTo>
                  <a:pt x="37764" y="52743"/>
                </a:lnTo>
                <a:lnTo>
                  <a:pt x="45801" y="52655"/>
                </a:lnTo>
                <a:cubicBezTo>
                  <a:pt x="45801" y="52655"/>
                  <a:pt x="41725" y="50137"/>
                  <a:pt x="40668" y="41835"/>
                </a:cubicBezTo>
                <a:cubicBezTo>
                  <a:pt x="40058" y="37050"/>
                  <a:pt x="40092" y="34443"/>
                  <a:pt x="42067" y="31186"/>
                </a:cubicBezTo>
                <a:cubicBezTo>
                  <a:pt x="42059" y="31486"/>
                  <a:pt x="42089" y="31786"/>
                  <a:pt x="42150" y="32080"/>
                </a:cubicBezTo>
                <a:cubicBezTo>
                  <a:pt x="42271" y="32704"/>
                  <a:pt x="42474" y="33220"/>
                  <a:pt x="42876" y="33777"/>
                </a:cubicBezTo>
                <a:cubicBezTo>
                  <a:pt x="43630" y="34754"/>
                  <a:pt x="44623" y="35203"/>
                  <a:pt x="45544" y="35380"/>
                </a:cubicBezTo>
                <a:cubicBezTo>
                  <a:pt x="46489" y="35546"/>
                  <a:pt x="47382" y="35404"/>
                  <a:pt x="48126" y="35013"/>
                </a:cubicBezTo>
                <a:cubicBezTo>
                  <a:pt x="48488" y="34826"/>
                  <a:pt x="48809" y="34566"/>
                  <a:pt x="49066" y="34251"/>
                </a:cubicBezTo>
                <a:cubicBezTo>
                  <a:pt x="49323" y="33954"/>
                  <a:pt x="49499" y="33445"/>
                  <a:pt x="49518" y="33153"/>
                </a:cubicBezTo>
                <a:cubicBezTo>
                  <a:pt x="49585" y="32508"/>
                  <a:pt x="49462" y="31992"/>
                  <a:pt x="49266" y="31564"/>
                </a:cubicBezTo>
                <a:cubicBezTo>
                  <a:pt x="49076" y="31143"/>
                  <a:pt x="48801" y="30801"/>
                  <a:pt x="48482" y="30662"/>
                </a:cubicBezTo>
                <a:cubicBezTo>
                  <a:pt x="48172" y="30517"/>
                  <a:pt x="47915" y="30560"/>
                  <a:pt x="47776" y="30606"/>
                </a:cubicBezTo>
                <a:lnTo>
                  <a:pt x="47570" y="30697"/>
                </a:lnTo>
                <a:cubicBezTo>
                  <a:pt x="47543" y="30721"/>
                  <a:pt x="47955" y="30662"/>
                  <a:pt x="48207" y="31028"/>
                </a:cubicBezTo>
                <a:cubicBezTo>
                  <a:pt x="48445" y="31347"/>
                  <a:pt x="48480" y="32136"/>
                  <a:pt x="48156" y="32821"/>
                </a:cubicBezTo>
                <a:cubicBezTo>
                  <a:pt x="48019" y="33250"/>
                  <a:pt x="46978" y="33525"/>
                  <a:pt x="46192" y="33078"/>
                </a:cubicBezTo>
                <a:cubicBezTo>
                  <a:pt x="45790" y="32883"/>
                  <a:pt x="45448" y="32508"/>
                  <a:pt x="45343" y="32177"/>
                </a:cubicBezTo>
                <a:cubicBezTo>
                  <a:pt x="45298" y="32005"/>
                  <a:pt x="45276" y="31826"/>
                  <a:pt x="45282" y="31647"/>
                </a:cubicBezTo>
                <a:cubicBezTo>
                  <a:pt x="45279" y="31454"/>
                  <a:pt x="45330" y="31264"/>
                  <a:pt x="45402" y="31047"/>
                </a:cubicBezTo>
                <a:cubicBezTo>
                  <a:pt x="45696" y="30183"/>
                  <a:pt x="46818" y="28954"/>
                  <a:pt x="48241" y="28339"/>
                </a:cubicBezTo>
                <a:cubicBezTo>
                  <a:pt x="49735" y="27622"/>
                  <a:pt x="51713" y="27234"/>
                  <a:pt x="53851" y="26586"/>
                </a:cubicBezTo>
                <a:cubicBezTo>
                  <a:pt x="55861" y="25984"/>
                  <a:pt x="57999" y="25408"/>
                  <a:pt x="60185" y="24699"/>
                </a:cubicBezTo>
                <a:cubicBezTo>
                  <a:pt x="62372" y="23979"/>
                  <a:pt x="64609" y="23163"/>
                  <a:pt x="66772" y="21929"/>
                </a:cubicBezTo>
                <a:cubicBezTo>
                  <a:pt x="68918" y="20717"/>
                  <a:pt x="70930" y="19047"/>
                  <a:pt x="72386" y="16890"/>
                </a:cubicBezTo>
                <a:cubicBezTo>
                  <a:pt x="72563" y="16622"/>
                  <a:pt x="72774" y="16283"/>
                  <a:pt x="72916" y="16034"/>
                </a:cubicBezTo>
                <a:lnTo>
                  <a:pt x="73117" y="15664"/>
                </a:lnTo>
                <a:lnTo>
                  <a:pt x="73165" y="15573"/>
                </a:lnTo>
                <a:lnTo>
                  <a:pt x="73243" y="15413"/>
                </a:lnTo>
                <a:lnTo>
                  <a:pt x="73347" y="15183"/>
                </a:lnTo>
                <a:cubicBezTo>
                  <a:pt x="73639" y="14578"/>
                  <a:pt x="73845" y="13944"/>
                  <a:pt x="74016" y="13309"/>
                </a:cubicBezTo>
                <a:cubicBezTo>
                  <a:pt x="74351" y="12035"/>
                  <a:pt x="74423" y="10729"/>
                  <a:pt x="74300" y="9469"/>
                </a:cubicBezTo>
                <a:close/>
                <a:moveTo>
                  <a:pt x="21867" y="23527"/>
                </a:moveTo>
                <a:cubicBezTo>
                  <a:pt x="19791" y="22930"/>
                  <a:pt x="17668" y="22379"/>
                  <a:pt x="15594" y="21729"/>
                </a:cubicBezTo>
                <a:cubicBezTo>
                  <a:pt x="13531" y="21078"/>
                  <a:pt x="11470" y="20332"/>
                  <a:pt x="9675" y="19325"/>
                </a:cubicBezTo>
                <a:cubicBezTo>
                  <a:pt x="7876" y="18319"/>
                  <a:pt x="6273" y="17040"/>
                  <a:pt x="5176" y="15509"/>
                </a:cubicBezTo>
                <a:cubicBezTo>
                  <a:pt x="5042" y="15314"/>
                  <a:pt x="4948" y="15185"/>
                  <a:pt x="4807" y="14955"/>
                </a:cubicBezTo>
                <a:lnTo>
                  <a:pt x="4598" y="14597"/>
                </a:lnTo>
                <a:lnTo>
                  <a:pt x="4555" y="14522"/>
                </a:lnTo>
                <a:cubicBezTo>
                  <a:pt x="4574" y="14554"/>
                  <a:pt x="4536" y="14476"/>
                  <a:pt x="4536" y="14476"/>
                </a:cubicBezTo>
                <a:lnTo>
                  <a:pt x="4467" y="14326"/>
                </a:lnTo>
                <a:cubicBezTo>
                  <a:pt x="4263" y="13941"/>
                  <a:pt x="4116" y="13523"/>
                  <a:pt x="3988" y="13106"/>
                </a:cubicBezTo>
                <a:cubicBezTo>
                  <a:pt x="3739" y="12268"/>
                  <a:pt x="3661" y="11380"/>
                  <a:pt x="3723" y="10521"/>
                </a:cubicBezTo>
                <a:cubicBezTo>
                  <a:pt x="3843" y="8805"/>
                  <a:pt x="4526" y="7191"/>
                  <a:pt x="5593" y="6124"/>
                </a:cubicBezTo>
                <a:cubicBezTo>
                  <a:pt x="5832" y="5840"/>
                  <a:pt x="6158" y="5610"/>
                  <a:pt x="6412" y="5406"/>
                </a:cubicBezTo>
                <a:cubicBezTo>
                  <a:pt x="6543" y="5326"/>
                  <a:pt x="6667" y="5235"/>
                  <a:pt x="6790" y="5142"/>
                </a:cubicBezTo>
                <a:cubicBezTo>
                  <a:pt x="6961" y="5040"/>
                  <a:pt x="7194" y="4933"/>
                  <a:pt x="7392" y="4831"/>
                </a:cubicBezTo>
                <a:cubicBezTo>
                  <a:pt x="7967" y="4558"/>
                  <a:pt x="8703" y="4307"/>
                  <a:pt x="9380" y="4232"/>
                </a:cubicBezTo>
                <a:cubicBezTo>
                  <a:pt x="10761" y="4034"/>
                  <a:pt x="12126" y="4197"/>
                  <a:pt x="13298" y="4515"/>
                </a:cubicBezTo>
                <a:cubicBezTo>
                  <a:pt x="14478" y="4831"/>
                  <a:pt x="15474" y="5286"/>
                  <a:pt x="16269" y="5695"/>
                </a:cubicBezTo>
                <a:cubicBezTo>
                  <a:pt x="16732" y="5936"/>
                  <a:pt x="17179" y="6201"/>
                  <a:pt x="17612" y="6493"/>
                </a:cubicBezTo>
                <a:cubicBezTo>
                  <a:pt x="17800" y="10799"/>
                  <a:pt x="19221" y="16754"/>
                  <a:pt x="24573" y="22090"/>
                </a:cubicBezTo>
                <a:cubicBezTo>
                  <a:pt x="25753" y="23265"/>
                  <a:pt x="26805" y="24327"/>
                  <a:pt x="27742" y="25296"/>
                </a:cubicBezTo>
                <a:cubicBezTo>
                  <a:pt x="25753" y="24437"/>
                  <a:pt x="23725" y="24089"/>
                  <a:pt x="21867" y="23527"/>
                </a:cubicBezTo>
                <a:close/>
                <a:moveTo>
                  <a:pt x="70470" y="12397"/>
                </a:moveTo>
                <a:cubicBezTo>
                  <a:pt x="70347" y="12817"/>
                  <a:pt x="70211" y="13234"/>
                  <a:pt x="70015" y="13628"/>
                </a:cubicBezTo>
                <a:lnTo>
                  <a:pt x="69948" y="13778"/>
                </a:lnTo>
                <a:cubicBezTo>
                  <a:pt x="69948" y="13778"/>
                  <a:pt x="69903" y="13874"/>
                  <a:pt x="69940" y="13807"/>
                </a:cubicBezTo>
                <a:lnTo>
                  <a:pt x="69889" y="13898"/>
                </a:lnTo>
                <a:lnTo>
                  <a:pt x="69689" y="14262"/>
                </a:lnTo>
                <a:cubicBezTo>
                  <a:pt x="69555" y="14498"/>
                  <a:pt x="69461" y="14626"/>
                  <a:pt x="69333" y="14827"/>
                </a:cubicBezTo>
                <a:cubicBezTo>
                  <a:pt x="68270" y="16379"/>
                  <a:pt x="66697" y="17688"/>
                  <a:pt x="64917" y="18737"/>
                </a:cubicBezTo>
                <a:cubicBezTo>
                  <a:pt x="63140" y="19786"/>
                  <a:pt x="61103" y="20572"/>
                  <a:pt x="59051" y="21268"/>
                </a:cubicBezTo>
                <a:cubicBezTo>
                  <a:pt x="56990" y="21961"/>
                  <a:pt x="54881" y="22556"/>
                  <a:pt x="52818" y="23198"/>
                </a:cubicBezTo>
                <a:cubicBezTo>
                  <a:pt x="50969" y="23800"/>
                  <a:pt x="48948" y="24193"/>
                  <a:pt x="46976" y="25095"/>
                </a:cubicBezTo>
                <a:cubicBezTo>
                  <a:pt x="47894" y="24105"/>
                  <a:pt x="48924" y="23021"/>
                  <a:pt x="50080" y="21817"/>
                </a:cubicBezTo>
                <a:cubicBezTo>
                  <a:pt x="55317" y="16368"/>
                  <a:pt x="56613" y="10387"/>
                  <a:pt x="56704" y="6078"/>
                </a:cubicBezTo>
                <a:cubicBezTo>
                  <a:pt x="57132" y="5776"/>
                  <a:pt x="57573" y="5500"/>
                  <a:pt x="58034" y="5251"/>
                </a:cubicBezTo>
                <a:cubicBezTo>
                  <a:pt x="58818" y="4826"/>
                  <a:pt x="59803" y="4349"/>
                  <a:pt x="60978" y="4009"/>
                </a:cubicBezTo>
                <a:cubicBezTo>
                  <a:pt x="62142" y="3664"/>
                  <a:pt x="63504" y="3474"/>
                  <a:pt x="64890" y="3640"/>
                </a:cubicBezTo>
                <a:cubicBezTo>
                  <a:pt x="65567" y="3702"/>
                  <a:pt x="66309" y="3937"/>
                  <a:pt x="66892" y="4197"/>
                </a:cubicBezTo>
                <a:cubicBezTo>
                  <a:pt x="67090" y="4296"/>
                  <a:pt x="67326" y="4398"/>
                  <a:pt x="67500" y="4497"/>
                </a:cubicBezTo>
                <a:cubicBezTo>
                  <a:pt x="67623" y="4585"/>
                  <a:pt x="67748" y="4673"/>
                  <a:pt x="67882" y="4753"/>
                </a:cubicBezTo>
                <a:cubicBezTo>
                  <a:pt x="68139" y="4949"/>
                  <a:pt x="68474" y="5174"/>
                  <a:pt x="68717" y="5452"/>
                </a:cubicBezTo>
                <a:cubicBezTo>
                  <a:pt x="69806" y="6496"/>
                  <a:pt x="70524" y="8096"/>
                  <a:pt x="70682" y="9809"/>
                </a:cubicBezTo>
                <a:cubicBezTo>
                  <a:pt x="70759" y="10663"/>
                  <a:pt x="70703" y="11551"/>
                  <a:pt x="70470" y="12397"/>
                </a:cubicBezTo>
                <a:close/>
              </a:path>
            </a:pathLst>
          </a:custGeom>
          <a:noFill/>
          <a:ln w="9525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1389;p133">
            <a:extLst>
              <a:ext uri="{FF2B5EF4-FFF2-40B4-BE49-F238E27FC236}">
                <a16:creationId xmlns:a16="http://schemas.microsoft.com/office/drawing/2014/main" id="{F3C3213D-F1C5-338F-72E5-EF21E388F763}"/>
              </a:ext>
            </a:extLst>
          </p:cNvPr>
          <p:cNvSpPr/>
          <p:nvPr/>
        </p:nvSpPr>
        <p:spPr>
          <a:xfrm>
            <a:off x="-597747" y="2622798"/>
            <a:ext cx="38755" cy="13950"/>
          </a:xfrm>
          <a:custGeom>
            <a:avLst/>
            <a:gdLst/>
            <a:ahLst/>
            <a:cxnLst/>
            <a:rect l="l" t="t" r="r" b="b"/>
            <a:pathLst>
              <a:path w="26252" h="8578" fill="none" extrusionOk="0">
                <a:moveTo>
                  <a:pt x="26252" y="8347"/>
                </a:moveTo>
                <a:lnTo>
                  <a:pt x="108" y="8577"/>
                </a:lnTo>
                <a:lnTo>
                  <a:pt x="108" y="8577"/>
                </a:lnTo>
                <a:lnTo>
                  <a:pt x="1" y="281"/>
                </a:lnTo>
                <a:cubicBezTo>
                  <a:pt x="3" y="254"/>
                  <a:pt x="27" y="233"/>
                  <a:pt x="57" y="236"/>
                </a:cubicBezTo>
                <a:lnTo>
                  <a:pt x="57" y="236"/>
                </a:lnTo>
                <a:lnTo>
                  <a:pt x="26091" y="3"/>
                </a:lnTo>
                <a:cubicBezTo>
                  <a:pt x="26118" y="0"/>
                  <a:pt x="26142" y="22"/>
                  <a:pt x="26147" y="48"/>
                </a:cubicBezTo>
                <a:lnTo>
                  <a:pt x="26252" y="8345"/>
                </a:lnTo>
                <a:lnTo>
                  <a:pt x="26252" y="8345"/>
                </a:lnTo>
                <a:close/>
              </a:path>
            </a:pathLst>
          </a:custGeom>
          <a:noFill/>
          <a:ln w="9525" cap="flat" cmpd="sng">
            <a:solidFill>
              <a:srgbClr val="E3E9ED"/>
            </a:solidFill>
            <a:prstDash val="solid"/>
            <a:miter lim="267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11390;p133">
            <a:extLst>
              <a:ext uri="{FF2B5EF4-FFF2-40B4-BE49-F238E27FC236}">
                <a16:creationId xmlns:a16="http://schemas.microsoft.com/office/drawing/2014/main" id="{DFE9FE7E-0F47-E921-9D36-67451D708A0C}"/>
              </a:ext>
            </a:extLst>
          </p:cNvPr>
          <p:cNvSpPr/>
          <p:nvPr/>
        </p:nvSpPr>
        <p:spPr>
          <a:xfrm>
            <a:off x="-602025" y="2636458"/>
            <a:ext cx="47470" cy="5830"/>
          </a:xfrm>
          <a:custGeom>
            <a:avLst/>
            <a:gdLst/>
            <a:ahLst/>
            <a:cxnLst/>
            <a:rect l="l" t="t" r="r" b="b"/>
            <a:pathLst>
              <a:path w="32156" h="3585" fill="none" extrusionOk="0">
                <a:moveTo>
                  <a:pt x="32155" y="3244"/>
                </a:moveTo>
                <a:lnTo>
                  <a:pt x="35" y="3584"/>
                </a:lnTo>
                <a:lnTo>
                  <a:pt x="35" y="3584"/>
                </a:lnTo>
                <a:lnTo>
                  <a:pt x="3" y="399"/>
                </a:lnTo>
                <a:cubicBezTo>
                  <a:pt x="0" y="367"/>
                  <a:pt x="27" y="343"/>
                  <a:pt x="57" y="343"/>
                </a:cubicBezTo>
                <a:lnTo>
                  <a:pt x="32067" y="1"/>
                </a:lnTo>
                <a:cubicBezTo>
                  <a:pt x="32096" y="1"/>
                  <a:pt x="32120" y="25"/>
                  <a:pt x="32123" y="57"/>
                </a:cubicBezTo>
                <a:lnTo>
                  <a:pt x="32155" y="3244"/>
                </a:lnTo>
                <a:close/>
              </a:path>
            </a:pathLst>
          </a:custGeom>
          <a:noFill/>
          <a:ln w="9525" cap="flat" cmpd="sng">
            <a:solidFill>
              <a:srgbClr val="E3E9ED"/>
            </a:solidFill>
            <a:prstDash val="solid"/>
            <a:miter lim="267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11391;p133">
            <a:extLst>
              <a:ext uri="{FF2B5EF4-FFF2-40B4-BE49-F238E27FC236}">
                <a16:creationId xmlns:a16="http://schemas.microsoft.com/office/drawing/2014/main" id="{02E40555-7771-3E2E-43CB-3D4AAD45C85E}"/>
              </a:ext>
            </a:extLst>
          </p:cNvPr>
          <p:cNvSpPr/>
          <p:nvPr/>
        </p:nvSpPr>
        <p:spPr>
          <a:xfrm>
            <a:off x="-588664" y="2547529"/>
            <a:ext cx="19135" cy="20046"/>
          </a:xfrm>
          <a:custGeom>
            <a:avLst/>
            <a:gdLst/>
            <a:ahLst/>
            <a:cxnLst/>
            <a:rect l="l" t="t" r="r" b="b"/>
            <a:pathLst>
              <a:path w="12962" h="12327" fill="none" extrusionOk="0">
                <a:moveTo>
                  <a:pt x="6479" y="0"/>
                </a:moveTo>
                <a:lnTo>
                  <a:pt x="8484" y="4060"/>
                </a:lnTo>
                <a:lnTo>
                  <a:pt x="12961" y="4710"/>
                </a:lnTo>
                <a:lnTo>
                  <a:pt x="9720" y="7868"/>
                </a:lnTo>
                <a:lnTo>
                  <a:pt x="10486" y="12327"/>
                </a:lnTo>
                <a:lnTo>
                  <a:pt x="6479" y="10221"/>
                </a:lnTo>
                <a:lnTo>
                  <a:pt x="2476" y="12327"/>
                </a:lnTo>
                <a:lnTo>
                  <a:pt x="3241" y="7868"/>
                </a:lnTo>
                <a:lnTo>
                  <a:pt x="0" y="4710"/>
                </a:lnTo>
                <a:lnTo>
                  <a:pt x="4478" y="4060"/>
                </a:lnTo>
                <a:close/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miter lim="267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83" name="Google Shape;13403;p139">
            <a:extLst>
              <a:ext uri="{FF2B5EF4-FFF2-40B4-BE49-F238E27FC236}">
                <a16:creationId xmlns:a16="http://schemas.microsoft.com/office/drawing/2014/main" id="{8BBB7471-EA20-8783-4F46-37A362BF687E}"/>
              </a:ext>
            </a:extLst>
          </p:cNvPr>
          <p:cNvGrpSpPr/>
          <p:nvPr/>
        </p:nvGrpSpPr>
        <p:grpSpPr>
          <a:xfrm>
            <a:off x="959740" y="2849901"/>
            <a:ext cx="314006" cy="359154"/>
            <a:chOff x="-47509225" y="1974175"/>
            <a:chExt cx="263075" cy="300900"/>
          </a:xfrm>
          <a:solidFill>
            <a:schemeClr val="bg1"/>
          </a:solidFill>
        </p:grpSpPr>
        <p:sp>
          <p:nvSpPr>
            <p:cNvPr id="13484" name="Google Shape;13404;p139">
              <a:extLst>
                <a:ext uri="{FF2B5EF4-FFF2-40B4-BE49-F238E27FC236}">
                  <a16:creationId xmlns:a16="http://schemas.microsoft.com/office/drawing/2014/main" id="{B572369F-6929-CD8B-9AE7-494C919D6407}"/>
                </a:ext>
              </a:extLst>
            </p:cNvPr>
            <p:cNvSpPr/>
            <p:nvPr/>
          </p:nvSpPr>
          <p:spPr>
            <a:xfrm>
              <a:off x="-47439925" y="2026950"/>
              <a:ext cx="124475" cy="124450"/>
            </a:xfrm>
            <a:custGeom>
              <a:avLst/>
              <a:gdLst/>
              <a:ahLst/>
              <a:cxnLst/>
              <a:rect l="l" t="t" r="r" b="b"/>
              <a:pathLst>
                <a:path w="4979" h="4978" extrusionOk="0">
                  <a:moveTo>
                    <a:pt x="1828" y="725"/>
                  </a:moveTo>
                  <a:cubicBezTo>
                    <a:pt x="2301" y="725"/>
                    <a:pt x="2679" y="1008"/>
                    <a:pt x="2805" y="1418"/>
                  </a:cubicBezTo>
                  <a:lnTo>
                    <a:pt x="1828" y="1418"/>
                  </a:lnTo>
                  <a:cubicBezTo>
                    <a:pt x="1607" y="1418"/>
                    <a:pt x="1450" y="1575"/>
                    <a:pt x="1450" y="1796"/>
                  </a:cubicBezTo>
                  <a:lnTo>
                    <a:pt x="1450" y="2773"/>
                  </a:lnTo>
                  <a:cubicBezTo>
                    <a:pt x="1040" y="2615"/>
                    <a:pt x="757" y="2206"/>
                    <a:pt x="757" y="1796"/>
                  </a:cubicBezTo>
                  <a:cubicBezTo>
                    <a:pt x="757" y="1197"/>
                    <a:pt x="1229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54" y="2111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8"/>
                    <a:pt x="3372" y="2804"/>
                    <a:pt x="3529" y="2111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cubicBezTo>
                    <a:pt x="1" y="2647"/>
                    <a:pt x="599" y="3340"/>
                    <a:pt x="1418" y="3529"/>
                  </a:cubicBezTo>
                  <a:lnTo>
                    <a:pt x="1418" y="4631"/>
                  </a:lnTo>
                  <a:cubicBezTo>
                    <a:pt x="1418" y="4820"/>
                    <a:pt x="1576" y="4978"/>
                    <a:pt x="1765" y="4978"/>
                  </a:cubicBezTo>
                  <a:lnTo>
                    <a:pt x="4569" y="4978"/>
                  </a:lnTo>
                  <a:cubicBezTo>
                    <a:pt x="4789" y="4978"/>
                    <a:pt x="4916" y="4820"/>
                    <a:pt x="4916" y="4631"/>
                  </a:cubicBezTo>
                  <a:lnTo>
                    <a:pt x="4916" y="1827"/>
                  </a:lnTo>
                  <a:cubicBezTo>
                    <a:pt x="4979" y="1575"/>
                    <a:pt x="4821" y="1418"/>
                    <a:pt x="4600" y="1418"/>
                  </a:cubicBezTo>
                  <a:lnTo>
                    <a:pt x="3498" y="1418"/>
                  </a:lnTo>
                  <a:cubicBezTo>
                    <a:pt x="3340" y="630"/>
                    <a:pt x="2647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5" name="Google Shape;13405;p139">
              <a:extLst>
                <a:ext uri="{FF2B5EF4-FFF2-40B4-BE49-F238E27FC236}">
                  <a16:creationId xmlns:a16="http://schemas.microsoft.com/office/drawing/2014/main" id="{446D762A-B86A-78E8-6129-DA977E41ABFD}"/>
                </a:ext>
              </a:extLst>
            </p:cNvPr>
            <p:cNvSpPr/>
            <p:nvPr/>
          </p:nvSpPr>
          <p:spPr>
            <a:xfrm>
              <a:off x="-47439125" y="2184475"/>
              <a:ext cx="88225" cy="18125"/>
            </a:xfrm>
            <a:custGeom>
              <a:avLst/>
              <a:gdLst/>
              <a:ahLst/>
              <a:cxnLst/>
              <a:rect l="l" t="t" r="r" b="b"/>
              <a:pathLst>
                <a:path w="3529" h="725" extrusionOk="0">
                  <a:moveTo>
                    <a:pt x="378" y="0"/>
                  </a:moveTo>
                  <a:cubicBezTo>
                    <a:pt x="158" y="0"/>
                    <a:pt x="32" y="158"/>
                    <a:pt x="32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158"/>
                    <a:pt x="3371" y="0"/>
                    <a:pt x="3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6" name="Google Shape;13406;p139">
              <a:extLst>
                <a:ext uri="{FF2B5EF4-FFF2-40B4-BE49-F238E27FC236}">
                  <a16:creationId xmlns:a16="http://schemas.microsoft.com/office/drawing/2014/main" id="{4BC17A28-5E02-3DA6-FF3E-4A3997640B89}"/>
                </a:ext>
              </a:extLst>
            </p:cNvPr>
            <p:cNvSpPr/>
            <p:nvPr/>
          </p:nvSpPr>
          <p:spPr>
            <a:xfrm>
              <a:off x="-47438350" y="2219900"/>
              <a:ext cx="122900" cy="18150"/>
            </a:xfrm>
            <a:custGeom>
              <a:avLst/>
              <a:gdLst/>
              <a:ahLst/>
              <a:cxnLst/>
              <a:rect l="l" t="t" r="r" b="b"/>
              <a:pathLst>
                <a:path w="4916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4537" y="725"/>
                  </a:lnTo>
                  <a:cubicBezTo>
                    <a:pt x="4758" y="725"/>
                    <a:pt x="4916" y="568"/>
                    <a:pt x="4916" y="379"/>
                  </a:cubicBezTo>
                  <a:cubicBezTo>
                    <a:pt x="4916" y="158"/>
                    <a:pt x="4758" y="1"/>
                    <a:pt x="45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7" name="Google Shape;13407;p139">
              <a:extLst>
                <a:ext uri="{FF2B5EF4-FFF2-40B4-BE49-F238E27FC236}">
                  <a16:creationId xmlns:a16="http://schemas.microsoft.com/office/drawing/2014/main" id="{B5124BDC-E4B6-1D89-BC84-4673CF98C80D}"/>
                </a:ext>
              </a:extLst>
            </p:cNvPr>
            <p:cNvSpPr/>
            <p:nvPr/>
          </p:nvSpPr>
          <p:spPr>
            <a:xfrm>
              <a:off x="-47333600" y="21860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26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8" name="Google Shape;13408;p139">
              <a:extLst>
                <a:ext uri="{FF2B5EF4-FFF2-40B4-BE49-F238E27FC236}">
                  <a16:creationId xmlns:a16="http://schemas.microsoft.com/office/drawing/2014/main" id="{238BFF5C-FFAA-DF20-7E09-5BD037E973AF}"/>
                </a:ext>
              </a:extLst>
            </p:cNvPr>
            <p:cNvSpPr/>
            <p:nvPr/>
          </p:nvSpPr>
          <p:spPr>
            <a:xfrm>
              <a:off x="-47509225" y="1974175"/>
              <a:ext cx="263075" cy="300900"/>
            </a:xfrm>
            <a:custGeom>
              <a:avLst/>
              <a:gdLst/>
              <a:ahLst/>
              <a:cxnLst/>
              <a:rect l="l" t="t" r="r" b="b"/>
              <a:pathLst>
                <a:path w="10523" h="12036" extrusionOk="0">
                  <a:moveTo>
                    <a:pt x="9483" y="2111"/>
                  </a:moveTo>
                  <a:cubicBezTo>
                    <a:pt x="9672" y="2111"/>
                    <a:pt x="9830" y="2269"/>
                    <a:pt x="9830" y="2489"/>
                  </a:cubicBezTo>
                  <a:lnTo>
                    <a:pt x="9830" y="3529"/>
                  </a:lnTo>
                  <a:lnTo>
                    <a:pt x="9105" y="3529"/>
                  </a:lnTo>
                  <a:lnTo>
                    <a:pt x="9105" y="2111"/>
                  </a:lnTo>
                  <a:close/>
                  <a:moveTo>
                    <a:pt x="9830" y="4222"/>
                  </a:moveTo>
                  <a:lnTo>
                    <a:pt x="9830" y="5640"/>
                  </a:lnTo>
                  <a:lnTo>
                    <a:pt x="9105" y="5640"/>
                  </a:lnTo>
                  <a:lnTo>
                    <a:pt x="9105" y="4222"/>
                  </a:lnTo>
                  <a:close/>
                  <a:moveTo>
                    <a:pt x="9861" y="6333"/>
                  </a:moveTo>
                  <a:lnTo>
                    <a:pt x="9861" y="7751"/>
                  </a:lnTo>
                  <a:lnTo>
                    <a:pt x="9168" y="7751"/>
                  </a:lnTo>
                  <a:lnTo>
                    <a:pt x="9168" y="6333"/>
                  </a:lnTo>
                  <a:close/>
                  <a:moveTo>
                    <a:pt x="9830" y="8412"/>
                  </a:moveTo>
                  <a:lnTo>
                    <a:pt x="9830" y="9483"/>
                  </a:lnTo>
                  <a:cubicBezTo>
                    <a:pt x="9830" y="9672"/>
                    <a:pt x="9672" y="9830"/>
                    <a:pt x="9483" y="9830"/>
                  </a:cubicBezTo>
                  <a:lnTo>
                    <a:pt x="9137" y="9830"/>
                  </a:lnTo>
                  <a:lnTo>
                    <a:pt x="9137" y="8412"/>
                  </a:lnTo>
                  <a:close/>
                  <a:moveTo>
                    <a:pt x="8444" y="630"/>
                  </a:moveTo>
                  <a:lnTo>
                    <a:pt x="8444" y="11248"/>
                  </a:lnTo>
                  <a:lnTo>
                    <a:pt x="1450" y="11248"/>
                  </a:lnTo>
                  <a:lnTo>
                    <a:pt x="1450" y="10554"/>
                  </a:lnTo>
                  <a:lnTo>
                    <a:pt x="1796" y="10554"/>
                  </a:lnTo>
                  <a:cubicBezTo>
                    <a:pt x="1985" y="10554"/>
                    <a:pt x="2143" y="10397"/>
                    <a:pt x="2143" y="10176"/>
                  </a:cubicBezTo>
                  <a:cubicBezTo>
                    <a:pt x="2143" y="9987"/>
                    <a:pt x="1985" y="9830"/>
                    <a:pt x="1796" y="9830"/>
                  </a:cubicBezTo>
                  <a:lnTo>
                    <a:pt x="1450" y="9830"/>
                  </a:lnTo>
                  <a:lnTo>
                    <a:pt x="1450" y="8412"/>
                  </a:lnTo>
                  <a:lnTo>
                    <a:pt x="1796" y="8412"/>
                  </a:lnTo>
                  <a:cubicBezTo>
                    <a:pt x="1985" y="8412"/>
                    <a:pt x="2143" y="8255"/>
                    <a:pt x="2143" y="8066"/>
                  </a:cubicBezTo>
                  <a:cubicBezTo>
                    <a:pt x="2143" y="7877"/>
                    <a:pt x="1985" y="7719"/>
                    <a:pt x="1796" y="7719"/>
                  </a:cubicBezTo>
                  <a:lnTo>
                    <a:pt x="1450" y="7719"/>
                  </a:lnTo>
                  <a:lnTo>
                    <a:pt x="1450" y="6301"/>
                  </a:lnTo>
                  <a:lnTo>
                    <a:pt x="1796" y="6301"/>
                  </a:lnTo>
                  <a:cubicBezTo>
                    <a:pt x="1985" y="6301"/>
                    <a:pt x="2143" y="6144"/>
                    <a:pt x="2143" y="5923"/>
                  </a:cubicBezTo>
                  <a:cubicBezTo>
                    <a:pt x="2143" y="5734"/>
                    <a:pt x="1985" y="5577"/>
                    <a:pt x="1796" y="5577"/>
                  </a:cubicBezTo>
                  <a:lnTo>
                    <a:pt x="1450" y="5577"/>
                  </a:lnTo>
                  <a:lnTo>
                    <a:pt x="1450" y="4159"/>
                  </a:lnTo>
                  <a:lnTo>
                    <a:pt x="1796" y="4159"/>
                  </a:lnTo>
                  <a:cubicBezTo>
                    <a:pt x="1985" y="4159"/>
                    <a:pt x="2143" y="4001"/>
                    <a:pt x="2143" y="3812"/>
                  </a:cubicBezTo>
                  <a:cubicBezTo>
                    <a:pt x="2143" y="3623"/>
                    <a:pt x="1985" y="3466"/>
                    <a:pt x="1796" y="3466"/>
                  </a:cubicBezTo>
                  <a:lnTo>
                    <a:pt x="1450" y="3466"/>
                  </a:lnTo>
                  <a:lnTo>
                    <a:pt x="1450" y="2048"/>
                  </a:lnTo>
                  <a:lnTo>
                    <a:pt x="1796" y="2048"/>
                  </a:lnTo>
                  <a:cubicBezTo>
                    <a:pt x="1985" y="2048"/>
                    <a:pt x="2143" y="1891"/>
                    <a:pt x="2143" y="1670"/>
                  </a:cubicBezTo>
                  <a:cubicBezTo>
                    <a:pt x="2143" y="1481"/>
                    <a:pt x="1985" y="1324"/>
                    <a:pt x="1796" y="1324"/>
                  </a:cubicBezTo>
                  <a:lnTo>
                    <a:pt x="1450" y="1324"/>
                  </a:lnTo>
                  <a:lnTo>
                    <a:pt x="1450" y="630"/>
                  </a:lnTo>
                  <a:close/>
                  <a:moveTo>
                    <a:pt x="1040" y="0"/>
                  </a:moveTo>
                  <a:cubicBezTo>
                    <a:pt x="851" y="0"/>
                    <a:pt x="693" y="158"/>
                    <a:pt x="693" y="347"/>
                  </a:cubicBezTo>
                  <a:lnTo>
                    <a:pt x="693" y="1418"/>
                  </a:lnTo>
                  <a:lnTo>
                    <a:pt x="347" y="1418"/>
                  </a:lnTo>
                  <a:cubicBezTo>
                    <a:pt x="158" y="1418"/>
                    <a:pt x="0" y="1576"/>
                    <a:pt x="0" y="1765"/>
                  </a:cubicBezTo>
                  <a:cubicBezTo>
                    <a:pt x="0" y="1954"/>
                    <a:pt x="158" y="2111"/>
                    <a:pt x="347" y="2111"/>
                  </a:cubicBezTo>
                  <a:lnTo>
                    <a:pt x="693" y="2111"/>
                  </a:lnTo>
                  <a:lnTo>
                    <a:pt x="693" y="3529"/>
                  </a:lnTo>
                  <a:lnTo>
                    <a:pt x="347" y="3529"/>
                  </a:lnTo>
                  <a:cubicBezTo>
                    <a:pt x="158" y="3529"/>
                    <a:pt x="0" y="3686"/>
                    <a:pt x="0" y="3907"/>
                  </a:cubicBezTo>
                  <a:cubicBezTo>
                    <a:pt x="0" y="4096"/>
                    <a:pt x="158" y="4254"/>
                    <a:pt x="347" y="4254"/>
                  </a:cubicBezTo>
                  <a:lnTo>
                    <a:pt x="693" y="4254"/>
                  </a:lnTo>
                  <a:lnTo>
                    <a:pt x="693" y="5671"/>
                  </a:lnTo>
                  <a:lnTo>
                    <a:pt x="347" y="5671"/>
                  </a:lnTo>
                  <a:cubicBezTo>
                    <a:pt x="158" y="5671"/>
                    <a:pt x="0" y="5829"/>
                    <a:pt x="0" y="6018"/>
                  </a:cubicBezTo>
                  <a:cubicBezTo>
                    <a:pt x="0" y="6207"/>
                    <a:pt x="158" y="6364"/>
                    <a:pt x="347" y="6364"/>
                  </a:cubicBezTo>
                  <a:lnTo>
                    <a:pt x="693" y="6364"/>
                  </a:lnTo>
                  <a:lnTo>
                    <a:pt x="693" y="7782"/>
                  </a:lnTo>
                  <a:lnTo>
                    <a:pt x="347" y="7782"/>
                  </a:lnTo>
                  <a:cubicBezTo>
                    <a:pt x="158" y="7782"/>
                    <a:pt x="0" y="7940"/>
                    <a:pt x="0" y="8160"/>
                  </a:cubicBezTo>
                  <a:cubicBezTo>
                    <a:pt x="0" y="8349"/>
                    <a:pt x="158" y="8507"/>
                    <a:pt x="347" y="8507"/>
                  </a:cubicBezTo>
                  <a:lnTo>
                    <a:pt x="693" y="8507"/>
                  </a:lnTo>
                  <a:lnTo>
                    <a:pt x="693" y="9924"/>
                  </a:lnTo>
                  <a:lnTo>
                    <a:pt x="347" y="9924"/>
                  </a:lnTo>
                  <a:cubicBezTo>
                    <a:pt x="158" y="9924"/>
                    <a:pt x="0" y="10082"/>
                    <a:pt x="0" y="10271"/>
                  </a:cubicBezTo>
                  <a:cubicBezTo>
                    <a:pt x="0" y="10460"/>
                    <a:pt x="158" y="10617"/>
                    <a:pt x="347" y="10617"/>
                  </a:cubicBezTo>
                  <a:lnTo>
                    <a:pt x="693" y="10617"/>
                  </a:lnTo>
                  <a:lnTo>
                    <a:pt x="693" y="11689"/>
                  </a:lnTo>
                  <a:cubicBezTo>
                    <a:pt x="693" y="11878"/>
                    <a:pt x="851" y="12035"/>
                    <a:pt x="1040" y="12035"/>
                  </a:cubicBezTo>
                  <a:lnTo>
                    <a:pt x="8759" y="12035"/>
                  </a:lnTo>
                  <a:cubicBezTo>
                    <a:pt x="8979" y="12035"/>
                    <a:pt x="9137" y="11878"/>
                    <a:pt x="9137" y="11689"/>
                  </a:cubicBezTo>
                  <a:lnTo>
                    <a:pt x="9137" y="10617"/>
                  </a:lnTo>
                  <a:lnTo>
                    <a:pt x="9483" y="10617"/>
                  </a:lnTo>
                  <a:cubicBezTo>
                    <a:pt x="10050" y="10617"/>
                    <a:pt x="10523" y="10145"/>
                    <a:pt x="10523" y="9578"/>
                  </a:cubicBezTo>
                  <a:lnTo>
                    <a:pt x="10523" y="2552"/>
                  </a:lnTo>
                  <a:cubicBezTo>
                    <a:pt x="10523" y="1891"/>
                    <a:pt x="10050" y="1418"/>
                    <a:pt x="9483" y="1418"/>
                  </a:cubicBezTo>
                  <a:lnTo>
                    <a:pt x="9137" y="1418"/>
                  </a:lnTo>
                  <a:lnTo>
                    <a:pt x="9137" y="347"/>
                  </a:lnTo>
                  <a:cubicBezTo>
                    <a:pt x="9137" y="158"/>
                    <a:pt x="8979" y="0"/>
                    <a:pt x="87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9" name="Google Shape;13409;p139">
            <a:extLst>
              <a:ext uri="{FF2B5EF4-FFF2-40B4-BE49-F238E27FC236}">
                <a16:creationId xmlns:a16="http://schemas.microsoft.com/office/drawing/2014/main" id="{73A7D490-C795-5A2B-7E76-DBCBDD5B5B0D}"/>
              </a:ext>
            </a:extLst>
          </p:cNvPr>
          <p:cNvGrpSpPr/>
          <p:nvPr/>
        </p:nvGrpSpPr>
        <p:grpSpPr>
          <a:xfrm>
            <a:off x="2783116" y="2849901"/>
            <a:ext cx="361004" cy="357961"/>
            <a:chOff x="-47529700" y="2342000"/>
            <a:chExt cx="302450" cy="299900"/>
          </a:xfrm>
          <a:solidFill>
            <a:schemeClr val="bg1"/>
          </a:solidFill>
        </p:grpSpPr>
        <p:sp>
          <p:nvSpPr>
            <p:cNvPr id="13490" name="Google Shape;13410;p139">
              <a:extLst>
                <a:ext uri="{FF2B5EF4-FFF2-40B4-BE49-F238E27FC236}">
                  <a16:creationId xmlns:a16="http://schemas.microsoft.com/office/drawing/2014/main" id="{3C526157-8E12-DAB7-F051-389228A4CFE9}"/>
                </a:ext>
              </a:extLst>
            </p:cNvPr>
            <p:cNvSpPr/>
            <p:nvPr/>
          </p:nvSpPr>
          <p:spPr>
            <a:xfrm>
              <a:off x="-47529700" y="2342000"/>
              <a:ext cx="302450" cy="299900"/>
            </a:xfrm>
            <a:custGeom>
              <a:avLst/>
              <a:gdLst/>
              <a:ahLst/>
              <a:cxnLst/>
              <a:rect l="l" t="t" r="r" b="b"/>
              <a:pathLst>
                <a:path w="12098" h="11996" extrusionOk="0">
                  <a:moveTo>
                    <a:pt x="7530" y="725"/>
                  </a:moveTo>
                  <a:cubicBezTo>
                    <a:pt x="9672" y="725"/>
                    <a:pt x="11405" y="2457"/>
                    <a:pt x="11405" y="4568"/>
                  </a:cubicBezTo>
                  <a:cubicBezTo>
                    <a:pt x="11405" y="6711"/>
                    <a:pt x="9672" y="8443"/>
                    <a:pt x="7530" y="8443"/>
                  </a:cubicBezTo>
                  <a:cubicBezTo>
                    <a:pt x="5419" y="8443"/>
                    <a:pt x="3686" y="6711"/>
                    <a:pt x="3686" y="4568"/>
                  </a:cubicBezTo>
                  <a:cubicBezTo>
                    <a:pt x="3686" y="2457"/>
                    <a:pt x="5419" y="725"/>
                    <a:pt x="7530" y="725"/>
                  </a:cubicBezTo>
                  <a:close/>
                  <a:moveTo>
                    <a:pt x="4064" y="7530"/>
                  </a:moveTo>
                  <a:cubicBezTo>
                    <a:pt x="4222" y="7719"/>
                    <a:pt x="4379" y="7876"/>
                    <a:pt x="4568" y="8034"/>
                  </a:cubicBezTo>
                  <a:lnTo>
                    <a:pt x="3686" y="8947"/>
                  </a:lnTo>
                  <a:lnTo>
                    <a:pt x="3151" y="8443"/>
                  </a:lnTo>
                  <a:lnTo>
                    <a:pt x="4064" y="7530"/>
                  </a:lnTo>
                  <a:close/>
                  <a:moveTo>
                    <a:pt x="2647" y="8916"/>
                  </a:moveTo>
                  <a:lnTo>
                    <a:pt x="3151" y="9420"/>
                  </a:lnTo>
                  <a:lnTo>
                    <a:pt x="1386" y="11184"/>
                  </a:lnTo>
                  <a:cubicBezTo>
                    <a:pt x="1323" y="11247"/>
                    <a:pt x="1237" y="11279"/>
                    <a:pt x="1146" y="11279"/>
                  </a:cubicBezTo>
                  <a:cubicBezTo>
                    <a:pt x="1056" y="11279"/>
                    <a:pt x="961" y="11247"/>
                    <a:pt x="882" y="11184"/>
                  </a:cubicBezTo>
                  <a:cubicBezTo>
                    <a:pt x="756" y="11090"/>
                    <a:pt x="756" y="10838"/>
                    <a:pt x="882" y="10680"/>
                  </a:cubicBezTo>
                  <a:lnTo>
                    <a:pt x="2647" y="8916"/>
                  </a:lnTo>
                  <a:close/>
                  <a:moveTo>
                    <a:pt x="7530" y="0"/>
                  </a:moveTo>
                  <a:cubicBezTo>
                    <a:pt x="5009" y="0"/>
                    <a:pt x="2962" y="2048"/>
                    <a:pt x="2962" y="4568"/>
                  </a:cubicBezTo>
                  <a:cubicBezTo>
                    <a:pt x="2962" y="5450"/>
                    <a:pt x="3214" y="6270"/>
                    <a:pt x="3623" y="6963"/>
                  </a:cubicBezTo>
                  <a:lnTo>
                    <a:pt x="410" y="10208"/>
                  </a:lnTo>
                  <a:cubicBezTo>
                    <a:pt x="0" y="10586"/>
                    <a:pt x="0" y="11279"/>
                    <a:pt x="410" y="11688"/>
                  </a:cubicBezTo>
                  <a:cubicBezTo>
                    <a:pt x="599" y="11893"/>
                    <a:pt x="867" y="11996"/>
                    <a:pt x="1138" y="11996"/>
                  </a:cubicBezTo>
                  <a:cubicBezTo>
                    <a:pt x="1410" y="11996"/>
                    <a:pt x="1686" y="11893"/>
                    <a:pt x="1890" y="11688"/>
                  </a:cubicBezTo>
                  <a:lnTo>
                    <a:pt x="5135" y="8475"/>
                  </a:lnTo>
                  <a:cubicBezTo>
                    <a:pt x="5829" y="8916"/>
                    <a:pt x="6679" y="9137"/>
                    <a:pt x="7530" y="9137"/>
                  </a:cubicBezTo>
                  <a:cubicBezTo>
                    <a:pt x="10050" y="9137"/>
                    <a:pt x="12098" y="7089"/>
                    <a:pt x="12098" y="4568"/>
                  </a:cubicBezTo>
                  <a:cubicBezTo>
                    <a:pt x="12098" y="2048"/>
                    <a:pt x="10050" y="0"/>
                    <a:pt x="75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1" name="Google Shape;13411;p139">
              <a:extLst>
                <a:ext uri="{FF2B5EF4-FFF2-40B4-BE49-F238E27FC236}">
                  <a16:creationId xmlns:a16="http://schemas.microsoft.com/office/drawing/2014/main" id="{3022E1D0-FAC0-EBEE-012C-FB4E0F1B2D20}"/>
                </a:ext>
              </a:extLst>
            </p:cNvPr>
            <p:cNvSpPr/>
            <p:nvPr/>
          </p:nvSpPr>
          <p:spPr>
            <a:xfrm>
              <a:off x="-47404475" y="2395550"/>
              <a:ext cx="124475" cy="123675"/>
            </a:xfrm>
            <a:custGeom>
              <a:avLst/>
              <a:gdLst/>
              <a:ahLst/>
              <a:cxnLst/>
              <a:rect l="l" t="t" r="r" b="b"/>
              <a:pathLst>
                <a:path w="4979" h="4947" extrusionOk="0">
                  <a:moveTo>
                    <a:pt x="2804" y="2080"/>
                  </a:moveTo>
                  <a:cubicBezTo>
                    <a:pt x="2678" y="2395"/>
                    <a:pt x="2458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8" y="694"/>
                  </a:moveTo>
                  <a:cubicBezTo>
                    <a:pt x="2300" y="694"/>
                    <a:pt x="2678" y="977"/>
                    <a:pt x="2804" y="1418"/>
                  </a:cubicBezTo>
                  <a:lnTo>
                    <a:pt x="1828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41"/>
                  </a:lnTo>
                  <a:cubicBezTo>
                    <a:pt x="1072" y="2584"/>
                    <a:pt x="757" y="2206"/>
                    <a:pt x="757" y="1765"/>
                  </a:cubicBezTo>
                  <a:cubicBezTo>
                    <a:pt x="757" y="1166"/>
                    <a:pt x="1229" y="694"/>
                    <a:pt x="1828" y="694"/>
                  </a:cubicBezTo>
                  <a:close/>
                  <a:moveTo>
                    <a:pt x="4254" y="2080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4" y="3308"/>
                    <a:pt x="3371" y="2804"/>
                    <a:pt x="3498" y="2080"/>
                  </a:cubicBezTo>
                  <a:close/>
                  <a:moveTo>
                    <a:pt x="1796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15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96" y="4947"/>
                  </a:cubicBezTo>
                  <a:lnTo>
                    <a:pt x="4569" y="4947"/>
                  </a:lnTo>
                  <a:cubicBezTo>
                    <a:pt x="4789" y="4947"/>
                    <a:pt x="4947" y="4789"/>
                    <a:pt x="4947" y="4600"/>
                  </a:cubicBezTo>
                  <a:lnTo>
                    <a:pt x="4947" y="1796"/>
                  </a:lnTo>
                  <a:cubicBezTo>
                    <a:pt x="4978" y="1576"/>
                    <a:pt x="4821" y="1418"/>
                    <a:pt x="4632" y="1418"/>
                  </a:cubicBezTo>
                  <a:lnTo>
                    <a:pt x="3498" y="1418"/>
                  </a:lnTo>
                  <a:cubicBezTo>
                    <a:pt x="3371" y="631"/>
                    <a:pt x="2647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92" name="Google Shape;13433;p139">
            <a:extLst>
              <a:ext uri="{FF2B5EF4-FFF2-40B4-BE49-F238E27FC236}">
                <a16:creationId xmlns:a16="http://schemas.microsoft.com/office/drawing/2014/main" id="{0CB7EDDB-228E-FD9B-6A09-6DD6D3D30619}"/>
              </a:ext>
            </a:extLst>
          </p:cNvPr>
          <p:cNvGrpSpPr/>
          <p:nvPr/>
        </p:nvGrpSpPr>
        <p:grpSpPr>
          <a:xfrm>
            <a:off x="4560587" y="2910775"/>
            <a:ext cx="359154" cy="360109"/>
            <a:chOff x="-44528075" y="1982825"/>
            <a:chExt cx="300900" cy="301700"/>
          </a:xfrm>
          <a:solidFill>
            <a:schemeClr val="bg1"/>
          </a:solidFill>
        </p:grpSpPr>
        <p:sp>
          <p:nvSpPr>
            <p:cNvPr id="13493" name="Google Shape;13434;p139">
              <a:extLst>
                <a:ext uri="{FF2B5EF4-FFF2-40B4-BE49-F238E27FC236}">
                  <a16:creationId xmlns:a16="http://schemas.microsoft.com/office/drawing/2014/main" id="{07D3F0B5-BCB1-E7CF-0B2F-D93DFFD7006C}"/>
                </a:ext>
              </a:extLst>
            </p:cNvPr>
            <p:cNvSpPr/>
            <p:nvPr/>
          </p:nvSpPr>
          <p:spPr>
            <a:xfrm>
              <a:off x="-44528075" y="1982825"/>
              <a:ext cx="300900" cy="301700"/>
            </a:xfrm>
            <a:custGeom>
              <a:avLst/>
              <a:gdLst/>
              <a:ahLst/>
              <a:cxnLst/>
              <a:rect l="l" t="t" r="r" b="b"/>
              <a:pathLst>
                <a:path w="12036" h="12068" extrusionOk="0">
                  <a:moveTo>
                    <a:pt x="9547" y="2175"/>
                  </a:moveTo>
                  <a:cubicBezTo>
                    <a:pt x="9736" y="2175"/>
                    <a:pt x="9893" y="2332"/>
                    <a:pt x="9893" y="2521"/>
                  </a:cubicBezTo>
                  <a:lnTo>
                    <a:pt x="9893" y="9547"/>
                  </a:lnTo>
                  <a:cubicBezTo>
                    <a:pt x="9893" y="9736"/>
                    <a:pt x="9736" y="9893"/>
                    <a:pt x="9547" y="9893"/>
                  </a:cubicBezTo>
                  <a:lnTo>
                    <a:pt x="2552" y="9893"/>
                  </a:lnTo>
                  <a:cubicBezTo>
                    <a:pt x="2332" y="9893"/>
                    <a:pt x="2206" y="9736"/>
                    <a:pt x="2206" y="9547"/>
                  </a:cubicBezTo>
                  <a:lnTo>
                    <a:pt x="2206" y="2521"/>
                  </a:lnTo>
                  <a:cubicBezTo>
                    <a:pt x="2206" y="2332"/>
                    <a:pt x="2332" y="2175"/>
                    <a:pt x="2552" y="21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9"/>
                  </a:lnTo>
                  <a:lnTo>
                    <a:pt x="2458" y="1419"/>
                  </a:lnTo>
                  <a:cubicBezTo>
                    <a:pt x="1891" y="1419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2"/>
                    <a:pt x="1" y="4601"/>
                  </a:cubicBezTo>
                  <a:cubicBezTo>
                    <a:pt x="1" y="4821"/>
                    <a:pt x="158" y="4979"/>
                    <a:pt x="347" y="4979"/>
                  </a:cubicBezTo>
                  <a:lnTo>
                    <a:pt x="1418" y="4979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90"/>
                  </a:lnTo>
                  <a:lnTo>
                    <a:pt x="347" y="7090"/>
                  </a:lnTo>
                  <a:cubicBezTo>
                    <a:pt x="158" y="7090"/>
                    <a:pt x="1" y="7247"/>
                    <a:pt x="1" y="7436"/>
                  </a:cubicBezTo>
                  <a:cubicBezTo>
                    <a:pt x="1" y="7657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50"/>
                    <a:pt x="2458" y="10650"/>
                  </a:cubicBezTo>
                  <a:lnTo>
                    <a:pt x="2836" y="10650"/>
                  </a:lnTo>
                  <a:lnTo>
                    <a:pt x="2836" y="11689"/>
                  </a:lnTo>
                  <a:cubicBezTo>
                    <a:pt x="2836" y="11910"/>
                    <a:pt x="2994" y="12067"/>
                    <a:pt x="3183" y="12067"/>
                  </a:cubicBezTo>
                  <a:cubicBezTo>
                    <a:pt x="3372" y="12067"/>
                    <a:pt x="3529" y="11910"/>
                    <a:pt x="3529" y="11689"/>
                  </a:cubicBezTo>
                  <a:lnTo>
                    <a:pt x="3529" y="10555"/>
                  </a:lnTo>
                  <a:lnTo>
                    <a:pt x="4254" y="10555"/>
                  </a:lnTo>
                  <a:lnTo>
                    <a:pt x="4254" y="11626"/>
                  </a:lnTo>
                  <a:cubicBezTo>
                    <a:pt x="4254" y="11815"/>
                    <a:pt x="4411" y="11973"/>
                    <a:pt x="4600" y="11973"/>
                  </a:cubicBezTo>
                  <a:cubicBezTo>
                    <a:pt x="4789" y="11973"/>
                    <a:pt x="4947" y="11815"/>
                    <a:pt x="4947" y="11626"/>
                  </a:cubicBezTo>
                  <a:lnTo>
                    <a:pt x="4947" y="10555"/>
                  </a:lnTo>
                  <a:lnTo>
                    <a:pt x="5671" y="10555"/>
                  </a:lnTo>
                  <a:lnTo>
                    <a:pt x="5671" y="11626"/>
                  </a:lnTo>
                  <a:cubicBezTo>
                    <a:pt x="5671" y="11815"/>
                    <a:pt x="5829" y="11973"/>
                    <a:pt x="6018" y="11973"/>
                  </a:cubicBezTo>
                  <a:cubicBezTo>
                    <a:pt x="6207" y="11973"/>
                    <a:pt x="6365" y="11815"/>
                    <a:pt x="6365" y="11626"/>
                  </a:cubicBezTo>
                  <a:lnTo>
                    <a:pt x="6365" y="10555"/>
                  </a:lnTo>
                  <a:lnTo>
                    <a:pt x="7089" y="10555"/>
                  </a:lnTo>
                  <a:lnTo>
                    <a:pt x="7089" y="11626"/>
                  </a:lnTo>
                  <a:cubicBezTo>
                    <a:pt x="7089" y="11815"/>
                    <a:pt x="7247" y="11973"/>
                    <a:pt x="7436" y="11973"/>
                  </a:cubicBezTo>
                  <a:cubicBezTo>
                    <a:pt x="7625" y="11973"/>
                    <a:pt x="7782" y="11815"/>
                    <a:pt x="7782" y="11626"/>
                  </a:cubicBezTo>
                  <a:lnTo>
                    <a:pt x="7782" y="10555"/>
                  </a:lnTo>
                  <a:lnTo>
                    <a:pt x="8507" y="10555"/>
                  </a:lnTo>
                  <a:lnTo>
                    <a:pt x="8507" y="11626"/>
                  </a:lnTo>
                  <a:cubicBezTo>
                    <a:pt x="8507" y="11815"/>
                    <a:pt x="8664" y="11973"/>
                    <a:pt x="8853" y="11973"/>
                  </a:cubicBezTo>
                  <a:cubicBezTo>
                    <a:pt x="9042" y="11973"/>
                    <a:pt x="9200" y="11815"/>
                    <a:pt x="9200" y="11626"/>
                  </a:cubicBezTo>
                  <a:lnTo>
                    <a:pt x="9200" y="10555"/>
                  </a:lnTo>
                  <a:lnTo>
                    <a:pt x="9547" y="10555"/>
                  </a:lnTo>
                  <a:cubicBezTo>
                    <a:pt x="10145" y="10555"/>
                    <a:pt x="10618" y="10082"/>
                    <a:pt x="10618" y="9484"/>
                  </a:cubicBezTo>
                  <a:lnTo>
                    <a:pt x="10618" y="9137"/>
                  </a:lnTo>
                  <a:lnTo>
                    <a:pt x="11689" y="9137"/>
                  </a:lnTo>
                  <a:cubicBezTo>
                    <a:pt x="11878" y="9137"/>
                    <a:pt x="12035" y="8980"/>
                    <a:pt x="12035" y="8791"/>
                  </a:cubicBezTo>
                  <a:cubicBezTo>
                    <a:pt x="12035" y="8602"/>
                    <a:pt x="11878" y="8444"/>
                    <a:pt x="11689" y="8444"/>
                  </a:cubicBezTo>
                  <a:lnTo>
                    <a:pt x="10618" y="8444"/>
                  </a:lnTo>
                  <a:lnTo>
                    <a:pt x="10618" y="7720"/>
                  </a:lnTo>
                  <a:lnTo>
                    <a:pt x="11689" y="7720"/>
                  </a:lnTo>
                  <a:cubicBezTo>
                    <a:pt x="11878" y="7720"/>
                    <a:pt x="12035" y="7562"/>
                    <a:pt x="12035" y="7373"/>
                  </a:cubicBezTo>
                  <a:cubicBezTo>
                    <a:pt x="12035" y="7153"/>
                    <a:pt x="11878" y="6995"/>
                    <a:pt x="11689" y="6995"/>
                  </a:cubicBezTo>
                  <a:lnTo>
                    <a:pt x="10618" y="6995"/>
                  </a:lnTo>
                  <a:lnTo>
                    <a:pt x="10618" y="6302"/>
                  </a:lnTo>
                  <a:lnTo>
                    <a:pt x="11689" y="6302"/>
                  </a:lnTo>
                  <a:cubicBezTo>
                    <a:pt x="11878" y="6302"/>
                    <a:pt x="12035" y="6144"/>
                    <a:pt x="12035" y="5955"/>
                  </a:cubicBezTo>
                  <a:cubicBezTo>
                    <a:pt x="12035" y="5735"/>
                    <a:pt x="11878" y="5577"/>
                    <a:pt x="11689" y="5577"/>
                  </a:cubicBezTo>
                  <a:lnTo>
                    <a:pt x="10618" y="5577"/>
                  </a:lnTo>
                  <a:lnTo>
                    <a:pt x="10618" y="4884"/>
                  </a:lnTo>
                  <a:lnTo>
                    <a:pt x="11689" y="4884"/>
                  </a:lnTo>
                  <a:lnTo>
                    <a:pt x="11689" y="4979"/>
                  </a:lnTo>
                  <a:cubicBezTo>
                    <a:pt x="11878" y="4979"/>
                    <a:pt x="12035" y="4821"/>
                    <a:pt x="12035" y="4601"/>
                  </a:cubicBezTo>
                  <a:cubicBezTo>
                    <a:pt x="12035" y="4412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5" y="3372"/>
                    <a:pt x="12035" y="3183"/>
                  </a:cubicBezTo>
                  <a:cubicBezTo>
                    <a:pt x="12035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9"/>
                    <a:pt x="9547" y="1419"/>
                  </a:cubicBezTo>
                  <a:lnTo>
                    <a:pt x="9200" y="1419"/>
                  </a:lnTo>
                  <a:lnTo>
                    <a:pt x="9200" y="347"/>
                  </a:lnTo>
                  <a:cubicBezTo>
                    <a:pt x="9200" y="158"/>
                    <a:pt x="9042" y="1"/>
                    <a:pt x="8853" y="1"/>
                  </a:cubicBezTo>
                  <a:cubicBezTo>
                    <a:pt x="8664" y="1"/>
                    <a:pt x="8507" y="158"/>
                    <a:pt x="8507" y="347"/>
                  </a:cubicBezTo>
                  <a:lnTo>
                    <a:pt x="8507" y="1419"/>
                  </a:lnTo>
                  <a:lnTo>
                    <a:pt x="7782" y="1419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9"/>
                  </a:lnTo>
                  <a:lnTo>
                    <a:pt x="6365" y="1419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1" y="158"/>
                    <a:pt x="5671" y="347"/>
                  </a:cubicBezTo>
                  <a:lnTo>
                    <a:pt x="5671" y="1419"/>
                  </a:lnTo>
                  <a:lnTo>
                    <a:pt x="4947" y="1419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9"/>
                  </a:lnTo>
                  <a:lnTo>
                    <a:pt x="3529" y="1419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35;p139">
              <a:extLst>
                <a:ext uri="{FF2B5EF4-FFF2-40B4-BE49-F238E27FC236}">
                  <a16:creationId xmlns:a16="http://schemas.microsoft.com/office/drawing/2014/main" id="{25B6225D-1020-AAFD-42AB-B89AA356C90E}"/>
                </a:ext>
              </a:extLst>
            </p:cNvPr>
            <p:cNvSpPr/>
            <p:nvPr/>
          </p:nvSpPr>
          <p:spPr>
            <a:xfrm>
              <a:off x="-44455600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36;p139">
              <a:extLst>
                <a:ext uri="{FF2B5EF4-FFF2-40B4-BE49-F238E27FC236}">
                  <a16:creationId xmlns:a16="http://schemas.microsoft.com/office/drawing/2014/main" id="{173475DD-AC0E-45BE-8AEC-EECEAD647F68}"/>
                </a:ext>
              </a:extLst>
            </p:cNvPr>
            <p:cNvSpPr/>
            <p:nvPr/>
          </p:nvSpPr>
          <p:spPr>
            <a:xfrm>
              <a:off x="-44455600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6" name="Google Shape;13437;p139">
              <a:extLst>
                <a:ext uri="{FF2B5EF4-FFF2-40B4-BE49-F238E27FC236}">
                  <a16:creationId xmlns:a16="http://schemas.microsoft.com/office/drawing/2014/main" id="{2846DEDB-C9BF-639B-4F9A-877641E975BA}"/>
                </a:ext>
              </a:extLst>
            </p:cNvPr>
            <p:cNvSpPr/>
            <p:nvPr/>
          </p:nvSpPr>
          <p:spPr>
            <a:xfrm>
              <a:off x="-443146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7" name="Google Shape;13438;p139">
              <a:extLst>
                <a:ext uri="{FF2B5EF4-FFF2-40B4-BE49-F238E27FC236}">
                  <a16:creationId xmlns:a16="http://schemas.microsoft.com/office/drawing/2014/main" id="{65D98881-CE44-9F10-1DB0-19B9037ACC60}"/>
                </a:ext>
              </a:extLst>
            </p:cNvPr>
            <p:cNvSpPr/>
            <p:nvPr/>
          </p:nvSpPr>
          <p:spPr>
            <a:xfrm>
              <a:off x="-44314625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39;p139">
              <a:extLst>
                <a:ext uri="{FF2B5EF4-FFF2-40B4-BE49-F238E27FC236}">
                  <a16:creationId xmlns:a16="http://schemas.microsoft.com/office/drawing/2014/main" id="{5A95057F-DAB0-6648-5AC4-65D6CE35FC6C}"/>
                </a:ext>
              </a:extLst>
            </p:cNvPr>
            <p:cNvSpPr/>
            <p:nvPr/>
          </p:nvSpPr>
          <p:spPr>
            <a:xfrm>
              <a:off x="-44447725" y="2062375"/>
              <a:ext cx="143350" cy="140225"/>
            </a:xfrm>
            <a:custGeom>
              <a:avLst/>
              <a:gdLst/>
              <a:ahLst/>
              <a:cxnLst/>
              <a:rect l="l" t="t" r="r" b="b"/>
              <a:pathLst>
                <a:path w="5734" h="5609" extrusionOk="0">
                  <a:moveTo>
                    <a:pt x="3182" y="757"/>
                  </a:moveTo>
                  <a:lnTo>
                    <a:pt x="3182" y="883"/>
                  </a:lnTo>
                  <a:cubicBezTo>
                    <a:pt x="3182" y="1041"/>
                    <a:pt x="3277" y="1167"/>
                    <a:pt x="3434" y="1198"/>
                  </a:cubicBezTo>
                  <a:cubicBezTo>
                    <a:pt x="3623" y="1261"/>
                    <a:pt x="3812" y="1387"/>
                    <a:pt x="3970" y="1513"/>
                  </a:cubicBezTo>
                  <a:cubicBezTo>
                    <a:pt x="4049" y="1553"/>
                    <a:pt x="4142" y="1593"/>
                    <a:pt x="4231" y="1593"/>
                  </a:cubicBezTo>
                  <a:cubicBezTo>
                    <a:pt x="4282" y="1593"/>
                    <a:pt x="4333" y="1579"/>
                    <a:pt x="4379" y="1545"/>
                  </a:cubicBezTo>
                  <a:lnTo>
                    <a:pt x="4505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00" y="2206"/>
                    <a:pt x="4537" y="2364"/>
                    <a:pt x="4568" y="2490"/>
                  </a:cubicBezTo>
                  <a:cubicBezTo>
                    <a:pt x="4600" y="2710"/>
                    <a:pt x="4600" y="2899"/>
                    <a:pt x="4568" y="3120"/>
                  </a:cubicBezTo>
                  <a:cubicBezTo>
                    <a:pt x="4537" y="3277"/>
                    <a:pt x="4600" y="3403"/>
                    <a:pt x="4726" y="3466"/>
                  </a:cubicBezTo>
                  <a:lnTo>
                    <a:pt x="4852" y="3561"/>
                  </a:lnTo>
                  <a:lnTo>
                    <a:pt x="4505" y="4128"/>
                  </a:lnTo>
                  <a:lnTo>
                    <a:pt x="4379" y="4065"/>
                  </a:lnTo>
                  <a:cubicBezTo>
                    <a:pt x="4323" y="4037"/>
                    <a:pt x="4260" y="4021"/>
                    <a:pt x="4196" y="4021"/>
                  </a:cubicBezTo>
                  <a:cubicBezTo>
                    <a:pt x="4118" y="4021"/>
                    <a:pt x="4039" y="4044"/>
                    <a:pt x="3970" y="4097"/>
                  </a:cubicBezTo>
                  <a:cubicBezTo>
                    <a:pt x="3812" y="4254"/>
                    <a:pt x="3623" y="4349"/>
                    <a:pt x="3434" y="4412"/>
                  </a:cubicBezTo>
                  <a:cubicBezTo>
                    <a:pt x="3277" y="4475"/>
                    <a:pt x="3182" y="4632"/>
                    <a:pt x="3182" y="4727"/>
                  </a:cubicBezTo>
                  <a:lnTo>
                    <a:pt x="3182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394" y="4475"/>
                    <a:pt x="2237" y="4412"/>
                  </a:cubicBezTo>
                  <a:cubicBezTo>
                    <a:pt x="2048" y="4349"/>
                    <a:pt x="1859" y="4223"/>
                    <a:pt x="1701" y="4097"/>
                  </a:cubicBezTo>
                  <a:cubicBezTo>
                    <a:pt x="1622" y="4057"/>
                    <a:pt x="1529" y="4017"/>
                    <a:pt x="1440" y="4017"/>
                  </a:cubicBezTo>
                  <a:cubicBezTo>
                    <a:pt x="1389" y="4017"/>
                    <a:pt x="1338" y="4030"/>
                    <a:pt x="1292" y="4065"/>
                  </a:cubicBezTo>
                  <a:lnTo>
                    <a:pt x="1166" y="4128"/>
                  </a:lnTo>
                  <a:lnTo>
                    <a:pt x="819" y="3561"/>
                  </a:lnTo>
                  <a:lnTo>
                    <a:pt x="945" y="3466"/>
                  </a:lnTo>
                  <a:cubicBezTo>
                    <a:pt x="1071" y="3403"/>
                    <a:pt x="1134" y="3246"/>
                    <a:pt x="1103" y="3120"/>
                  </a:cubicBezTo>
                  <a:cubicBezTo>
                    <a:pt x="1071" y="2899"/>
                    <a:pt x="1071" y="2710"/>
                    <a:pt x="1103" y="2490"/>
                  </a:cubicBezTo>
                  <a:cubicBezTo>
                    <a:pt x="1134" y="2332"/>
                    <a:pt x="1071" y="2206"/>
                    <a:pt x="945" y="2143"/>
                  </a:cubicBezTo>
                  <a:lnTo>
                    <a:pt x="819" y="2049"/>
                  </a:lnTo>
                  <a:lnTo>
                    <a:pt x="1166" y="1482"/>
                  </a:lnTo>
                  <a:lnTo>
                    <a:pt x="1292" y="1545"/>
                  </a:lnTo>
                  <a:cubicBezTo>
                    <a:pt x="1350" y="1589"/>
                    <a:pt x="1416" y="1612"/>
                    <a:pt x="1481" y="1612"/>
                  </a:cubicBezTo>
                  <a:cubicBezTo>
                    <a:pt x="1557" y="1612"/>
                    <a:pt x="1634" y="1581"/>
                    <a:pt x="1701" y="1513"/>
                  </a:cubicBezTo>
                  <a:cubicBezTo>
                    <a:pt x="1859" y="1356"/>
                    <a:pt x="2048" y="1261"/>
                    <a:pt x="2237" y="1198"/>
                  </a:cubicBezTo>
                  <a:cubicBezTo>
                    <a:pt x="2394" y="1167"/>
                    <a:pt x="2489" y="1009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53" y="1"/>
                    <a:pt x="1796" y="158"/>
                    <a:pt x="1796" y="347"/>
                  </a:cubicBezTo>
                  <a:lnTo>
                    <a:pt x="1796" y="599"/>
                  </a:lnTo>
                  <a:cubicBezTo>
                    <a:pt x="1701" y="631"/>
                    <a:pt x="1575" y="726"/>
                    <a:pt x="1481" y="789"/>
                  </a:cubicBezTo>
                  <a:lnTo>
                    <a:pt x="1292" y="663"/>
                  </a:lnTo>
                  <a:cubicBezTo>
                    <a:pt x="1242" y="643"/>
                    <a:pt x="1186" y="632"/>
                    <a:pt x="1129" y="632"/>
                  </a:cubicBezTo>
                  <a:cubicBezTo>
                    <a:pt x="1007" y="632"/>
                    <a:pt x="884" y="681"/>
                    <a:pt x="819" y="789"/>
                  </a:cubicBezTo>
                  <a:lnTo>
                    <a:pt x="126" y="2017"/>
                  </a:lnTo>
                  <a:cubicBezTo>
                    <a:pt x="32" y="2175"/>
                    <a:pt x="63" y="2395"/>
                    <a:pt x="221" y="2490"/>
                  </a:cubicBezTo>
                  <a:lnTo>
                    <a:pt x="441" y="2616"/>
                  </a:lnTo>
                  <a:lnTo>
                    <a:pt x="441" y="2994"/>
                  </a:lnTo>
                  <a:lnTo>
                    <a:pt x="221" y="3120"/>
                  </a:lnTo>
                  <a:cubicBezTo>
                    <a:pt x="95" y="3183"/>
                    <a:pt x="0" y="3435"/>
                    <a:pt x="126" y="3592"/>
                  </a:cubicBezTo>
                  <a:lnTo>
                    <a:pt x="819" y="4821"/>
                  </a:lnTo>
                  <a:cubicBezTo>
                    <a:pt x="879" y="4921"/>
                    <a:pt x="989" y="4983"/>
                    <a:pt x="1102" y="4983"/>
                  </a:cubicBezTo>
                  <a:cubicBezTo>
                    <a:pt x="1168" y="4983"/>
                    <a:pt x="1234" y="4962"/>
                    <a:pt x="1292" y="4916"/>
                  </a:cubicBezTo>
                  <a:lnTo>
                    <a:pt x="1481" y="4821"/>
                  </a:lnTo>
                  <a:cubicBezTo>
                    <a:pt x="1607" y="4884"/>
                    <a:pt x="1733" y="4979"/>
                    <a:pt x="1796" y="5010"/>
                  </a:cubicBezTo>
                  <a:lnTo>
                    <a:pt x="1796" y="5231"/>
                  </a:lnTo>
                  <a:cubicBezTo>
                    <a:pt x="1796" y="5451"/>
                    <a:pt x="1953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8" y="5451"/>
                    <a:pt x="3938" y="5231"/>
                  </a:cubicBezTo>
                  <a:lnTo>
                    <a:pt x="3938" y="5010"/>
                  </a:lnTo>
                  <a:cubicBezTo>
                    <a:pt x="4064" y="4979"/>
                    <a:pt x="4159" y="4884"/>
                    <a:pt x="4253" y="4821"/>
                  </a:cubicBezTo>
                  <a:lnTo>
                    <a:pt x="4442" y="4916"/>
                  </a:lnTo>
                  <a:cubicBezTo>
                    <a:pt x="4501" y="4951"/>
                    <a:pt x="4574" y="4969"/>
                    <a:pt x="4644" y="4969"/>
                  </a:cubicBezTo>
                  <a:cubicBezTo>
                    <a:pt x="4762" y="4969"/>
                    <a:pt x="4875" y="4920"/>
                    <a:pt x="4915" y="4821"/>
                  </a:cubicBezTo>
                  <a:lnTo>
                    <a:pt x="5639" y="3592"/>
                  </a:lnTo>
                  <a:cubicBezTo>
                    <a:pt x="5702" y="3435"/>
                    <a:pt x="5671" y="3246"/>
                    <a:pt x="5513" y="3120"/>
                  </a:cubicBezTo>
                  <a:lnTo>
                    <a:pt x="5324" y="2994"/>
                  </a:lnTo>
                  <a:lnTo>
                    <a:pt x="5324" y="2616"/>
                  </a:lnTo>
                  <a:lnTo>
                    <a:pt x="5513" y="2490"/>
                  </a:lnTo>
                  <a:cubicBezTo>
                    <a:pt x="5671" y="2395"/>
                    <a:pt x="5734" y="2175"/>
                    <a:pt x="5639" y="2017"/>
                  </a:cubicBezTo>
                  <a:lnTo>
                    <a:pt x="4915" y="789"/>
                  </a:lnTo>
                  <a:cubicBezTo>
                    <a:pt x="4872" y="681"/>
                    <a:pt x="4742" y="618"/>
                    <a:pt x="4614" y="618"/>
                  </a:cubicBezTo>
                  <a:cubicBezTo>
                    <a:pt x="4553" y="618"/>
                    <a:pt x="4493" y="632"/>
                    <a:pt x="4442" y="663"/>
                  </a:cubicBezTo>
                  <a:lnTo>
                    <a:pt x="4253" y="789"/>
                  </a:lnTo>
                  <a:cubicBezTo>
                    <a:pt x="4127" y="726"/>
                    <a:pt x="4001" y="631"/>
                    <a:pt x="3938" y="599"/>
                  </a:cubicBezTo>
                  <a:lnTo>
                    <a:pt x="3938" y="347"/>
                  </a:lnTo>
                  <a:cubicBezTo>
                    <a:pt x="3938" y="158"/>
                    <a:pt x="3781" y="1"/>
                    <a:pt x="3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40;p139">
              <a:extLst>
                <a:ext uri="{FF2B5EF4-FFF2-40B4-BE49-F238E27FC236}">
                  <a16:creationId xmlns:a16="http://schemas.microsoft.com/office/drawing/2014/main" id="{85824DEA-B3D8-73B2-B5EA-52E95AC3C270}"/>
                </a:ext>
              </a:extLst>
            </p:cNvPr>
            <p:cNvSpPr/>
            <p:nvPr/>
          </p:nvSpPr>
          <p:spPr>
            <a:xfrm>
              <a:off x="-44403625" y="2107275"/>
              <a:ext cx="53575" cy="52800"/>
            </a:xfrm>
            <a:custGeom>
              <a:avLst/>
              <a:gdLst/>
              <a:ahLst/>
              <a:cxnLst/>
              <a:rect l="l" t="t" r="r" b="b"/>
              <a:pathLst>
                <a:path w="2143" h="2112" extrusionOk="0">
                  <a:moveTo>
                    <a:pt x="1072" y="662"/>
                  </a:moveTo>
                  <a:cubicBezTo>
                    <a:pt x="1261" y="662"/>
                    <a:pt x="1418" y="820"/>
                    <a:pt x="1418" y="1009"/>
                  </a:cubicBezTo>
                  <a:cubicBezTo>
                    <a:pt x="1418" y="1198"/>
                    <a:pt x="1261" y="1355"/>
                    <a:pt x="1072" y="1355"/>
                  </a:cubicBezTo>
                  <a:cubicBezTo>
                    <a:pt x="882" y="1355"/>
                    <a:pt x="725" y="1198"/>
                    <a:pt x="725" y="1009"/>
                  </a:cubicBezTo>
                  <a:cubicBezTo>
                    <a:pt x="725" y="820"/>
                    <a:pt x="882" y="662"/>
                    <a:pt x="1072" y="662"/>
                  </a:cubicBezTo>
                  <a:close/>
                  <a:moveTo>
                    <a:pt x="1072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2"/>
                    <a:pt x="1072" y="2112"/>
                  </a:cubicBezTo>
                  <a:cubicBezTo>
                    <a:pt x="1670" y="2112"/>
                    <a:pt x="2143" y="1639"/>
                    <a:pt x="2143" y="1040"/>
                  </a:cubicBezTo>
                  <a:cubicBezTo>
                    <a:pt x="2143" y="473"/>
                    <a:pt x="1670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00" name="Google Shape;13412;p139">
            <a:extLst>
              <a:ext uri="{FF2B5EF4-FFF2-40B4-BE49-F238E27FC236}">
                <a16:creationId xmlns:a16="http://schemas.microsoft.com/office/drawing/2014/main" id="{BAC6863C-51B6-A291-4994-A2374D809A28}"/>
              </a:ext>
            </a:extLst>
          </p:cNvPr>
          <p:cNvGrpSpPr/>
          <p:nvPr/>
        </p:nvGrpSpPr>
        <p:grpSpPr>
          <a:xfrm>
            <a:off x="6138429" y="3013827"/>
            <a:ext cx="358199" cy="272648"/>
            <a:chOff x="-47527350" y="2747625"/>
            <a:chExt cx="300100" cy="228425"/>
          </a:xfrm>
          <a:solidFill>
            <a:schemeClr val="bg1"/>
          </a:solidFill>
        </p:grpSpPr>
        <p:sp>
          <p:nvSpPr>
            <p:cNvPr id="13501" name="Google Shape;13413;p139">
              <a:extLst>
                <a:ext uri="{FF2B5EF4-FFF2-40B4-BE49-F238E27FC236}">
                  <a16:creationId xmlns:a16="http://schemas.microsoft.com/office/drawing/2014/main" id="{F7628165-2DFF-946A-DD7A-A36D2BD4E6CA}"/>
                </a:ext>
              </a:extLst>
            </p:cNvPr>
            <p:cNvSpPr/>
            <p:nvPr/>
          </p:nvSpPr>
          <p:spPr>
            <a:xfrm>
              <a:off x="-47475350" y="2782275"/>
              <a:ext cx="124450" cy="124475"/>
            </a:xfrm>
            <a:custGeom>
              <a:avLst/>
              <a:gdLst/>
              <a:ahLst/>
              <a:cxnLst/>
              <a:rect l="l" t="t" r="r" b="b"/>
              <a:pathLst>
                <a:path w="4978" h="4979" extrusionOk="0">
                  <a:moveTo>
                    <a:pt x="2804" y="2080"/>
                  </a:moveTo>
                  <a:cubicBezTo>
                    <a:pt x="2678" y="2395"/>
                    <a:pt x="2457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7" y="725"/>
                  </a:moveTo>
                  <a:cubicBezTo>
                    <a:pt x="2300" y="725"/>
                    <a:pt x="2678" y="977"/>
                    <a:pt x="2804" y="1418"/>
                  </a:cubicBezTo>
                  <a:lnTo>
                    <a:pt x="1827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73"/>
                  </a:lnTo>
                  <a:cubicBezTo>
                    <a:pt x="1071" y="2615"/>
                    <a:pt x="756" y="2206"/>
                    <a:pt x="756" y="1765"/>
                  </a:cubicBezTo>
                  <a:cubicBezTo>
                    <a:pt x="756" y="1197"/>
                    <a:pt x="1229" y="725"/>
                    <a:pt x="1827" y="725"/>
                  </a:cubicBezTo>
                  <a:close/>
                  <a:moveTo>
                    <a:pt x="4253" y="2080"/>
                  </a:moveTo>
                  <a:lnTo>
                    <a:pt x="4253" y="4222"/>
                  </a:lnTo>
                  <a:lnTo>
                    <a:pt x="2142" y="4222"/>
                  </a:lnTo>
                  <a:lnTo>
                    <a:pt x="2142" y="3466"/>
                  </a:lnTo>
                  <a:cubicBezTo>
                    <a:pt x="2804" y="3308"/>
                    <a:pt x="3371" y="2804"/>
                    <a:pt x="3529" y="2080"/>
                  </a:cubicBezTo>
                  <a:close/>
                  <a:moveTo>
                    <a:pt x="1764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821"/>
                    <a:pt x="1575" y="4978"/>
                    <a:pt x="1764" y="4978"/>
                  </a:cubicBezTo>
                  <a:lnTo>
                    <a:pt x="4568" y="4978"/>
                  </a:lnTo>
                  <a:cubicBezTo>
                    <a:pt x="4757" y="4978"/>
                    <a:pt x="4915" y="4821"/>
                    <a:pt x="4915" y="4600"/>
                  </a:cubicBezTo>
                  <a:lnTo>
                    <a:pt x="4915" y="1828"/>
                  </a:lnTo>
                  <a:cubicBezTo>
                    <a:pt x="4978" y="1576"/>
                    <a:pt x="4820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46" y="0"/>
                    <a:pt x="17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2" name="Google Shape;13414;p139">
              <a:extLst>
                <a:ext uri="{FF2B5EF4-FFF2-40B4-BE49-F238E27FC236}">
                  <a16:creationId xmlns:a16="http://schemas.microsoft.com/office/drawing/2014/main" id="{161E533E-CBD8-1775-8037-DC5C91C98BA4}"/>
                </a:ext>
              </a:extLst>
            </p:cNvPr>
            <p:cNvSpPr/>
            <p:nvPr/>
          </p:nvSpPr>
          <p:spPr>
            <a:xfrm>
              <a:off x="-47333600" y="278227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3" name="Google Shape;13415;p139">
              <a:extLst>
                <a:ext uri="{FF2B5EF4-FFF2-40B4-BE49-F238E27FC236}">
                  <a16:creationId xmlns:a16="http://schemas.microsoft.com/office/drawing/2014/main" id="{1AC764BC-8C0A-AD43-9BE1-AB1DD26CCB6B}"/>
                </a:ext>
              </a:extLst>
            </p:cNvPr>
            <p:cNvSpPr/>
            <p:nvPr/>
          </p:nvSpPr>
          <p:spPr>
            <a:xfrm>
              <a:off x="-47333600" y="281772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0" name="Google Shape;13416;p139">
              <a:extLst>
                <a:ext uri="{FF2B5EF4-FFF2-40B4-BE49-F238E27FC236}">
                  <a16:creationId xmlns:a16="http://schemas.microsoft.com/office/drawing/2014/main" id="{E94B7DD5-63FF-289C-E659-D5F754426CFD}"/>
                </a:ext>
              </a:extLst>
            </p:cNvPr>
            <p:cNvSpPr/>
            <p:nvPr/>
          </p:nvSpPr>
          <p:spPr>
            <a:xfrm>
              <a:off x="-47333600" y="2852375"/>
              <a:ext cx="53600" cy="17350"/>
            </a:xfrm>
            <a:custGeom>
              <a:avLst/>
              <a:gdLst/>
              <a:ahLst/>
              <a:cxnLst/>
              <a:rect l="l" t="t" r="r" b="b"/>
              <a:pathLst>
                <a:path w="214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97" y="693"/>
                  </a:lnTo>
                  <a:cubicBezTo>
                    <a:pt x="1986" y="693"/>
                    <a:pt x="2143" y="536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1" name="Google Shape;13417;p139">
              <a:extLst>
                <a:ext uri="{FF2B5EF4-FFF2-40B4-BE49-F238E27FC236}">
                  <a16:creationId xmlns:a16="http://schemas.microsoft.com/office/drawing/2014/main" id="{DC10ABBD-F68D-AEFD-5315-BEDACB6EC75A}"/>
                </a:ext>
              </a:extLst>
            </p:cNvPr>
            <p:cNvSpPr/>
            <p:nvPr/>
          </p:nvSpPr>
          <p:spPr>
            <a:xfrm>
              <a:off x="-47333600" y="2887800"/>
              <a:ext cx="53600" cy="17375"/>
            </a:xfrm>
            <a:custGeom>
              <a:avLst/>
              <a:gdLst/>
              <a:ahLst/>
              <a:cxnLst/>
              <a:rect l="l" t="t" r="r" b="b"/>
              <a:pathLst>
                <a:path w="2144" h="69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1797" y="694"/>
                  </a:lnTo>
                  <a:cubicBezTo>
                    <a:pt x="1986" y="694"/>
                    <a:pt x="2143" y="537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2" name="Google Shape;13418;p139">
              <a:extLst>
                <a:ext uri="{FF2B5EF4-FFF2-40B4-BE49-F238E27FC236}">
                  <a16:creationId xmlns:a16="http://schemas.microsoft.com/office/drawing/2014/main" id="{8C12D956-4EEE-C6A3-6401-FB180412D4CC}"/>
                </a:ext>
              </a:extLst>
            </p:cNvPr>
            <p:cNvSpPr/>
            <p:nvPr/>
          </p:nvSpPr>
          <p:spPr>
            <a:xfrm>
              <a:off x="-47527350" y="2747625"/>
              <a:ext cx="300100" cy="228425"/>
            </a:xfrm>
            <a:custGeom>
              <a:avLst/>
              <a:gdLst/>
              <a:ahLst/>
              <a:cxnLst/>
              <a:rect l="l" t="t" r="r" b="b"/>
              <a:pathLst>
                <a:path w="12004" h="9137" extrusionOk="0">
                  <a:moveTo>
                    <a:pt x="10586" y="693"/>
                  </a:moveTo>
                  <a:lnTo>
                    <a:pt x="10586" y="7026"/>
                  </a:lnTo>
                  <a:lnTo>
                    <a:pt x="1418" y="7026"/>
                  </a:lnTo>
                  <a:lnTo>
                    <a:pt x="1418" y="693"/>
                  </a:lnTo>
                  <a:close/>
                  <a:moveTo>
                    <a:pt x="11311" y="7687"/>
                  </a:moveTo>
                  <a:lnTo>
                    <a:pt x="11311" y="8412"/>
                  </a:lnTo>
                  <a:lnTo>
                    <a:pt x="725" y="8412"/>
                  </a:lnTo>
                  <a:lnTo>
                    <a:pt x="725" y="7687"/>
                  </a:lnTo>
                  <a:close/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026"/>
                  </a:lnTo>
                  <a:lnTo>
                    <a:pt x="347" y="7026"/>
                  </a:lnTo>
                  <a:cubicBezTo>
                    <a:pt x="158" y="7026"/>
                    <a:pt x="1" y="7183"/>
                    <a:pt x="1" y="7372"/>
                  </a:cubicBezTo>
                  <a:lnTo>
                    <a:pt x="1" y="8790"/>
                  </a:lnTo>
                  <a:cubicBezTo>
                    <a:pt x="1" y="8979"/>
                    <a:pt x="158" y="9136"/>
                    <a:pt x="347" y="9136"/>
                  </a:cubicBezTo>
                  <a:lnTo>
                    <a:pt x="11658" y="9136"/>
                  </a:lnTo>
                  <a:cubicBezTo>
                    <a:pt x="11847" y="9136"/>
                    <a:pt x="12004" y="8979"/>
                    <a:pt x="12004" y="8790"/>
                  </a:cubicBezTo>
                  <a:lnTo>
                    <a:pt x="12004" y="7372"/>
                  </a:lnTo>
                  <a:cubicBezTo>
                    <a:pt x="12004" y="7183"/>
                    <a:pt x="11847" y="7026"/>
                    <a:pt x="11658" y="7026"/>
                  </a:cubicBezTo>
                  <a:lnTo>
                    <a:pt x="11311" y="7026"/>
                  </a:lnTo>
                  <a:lnTo>
                    <a:pt x="11311" y="378"/>
                  </a:lnTo>
                  <a:cubicBezTo>
                    <a:pt x="11311" y="158"/>
                    <a:pt x="11153" y="0"/>
                    <a:pt x="109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3" name="Google Shape;13457;p139">
            <a:extLst>
              <a:ext uri="{FF2B5EF4-FFF2-40B4-BE49-F238E27FC236}">
                <a16:creationId xmlns:a16="http://schemas.microsoft.com/office/drawing/2014/main" id="{5136B613-7457-02A9-858F-2284B592641D}"/>
              </a:ext>
            </a:extLst>
          </p:cNvPr>
          <p:cNvGrpSpPr/>
          <p:nvPr/>
        </p:nvGrpSpPr>
        <p:grpSpPr>
          <a:xfrm>
            <a:off x="7887766" y="2849901"/>
            <a:ext cx="358199" cy="359154"/>
            <a:chOff x="-47157950" y="2712175"/>
            <a:chExt cx="300100" cy="300900"/>
          </a:xfrm>
          <a:solidFill>
            <a:schemeClr val="bg1"/>
          </a:solidFill>
        </p:grpSpPr>
        <p:sp>
          <p:nvSpPr>
            <p:cNvPr id="11204" name="Google Shape;13458;p139">
              <a:extLst>
                <a:ext uri="{FF2B5EF4-FFF2-40B4-BE49-F238E27FC236}">
                  <a16:creationId xmlns:a16="http://schemas.microsoft.com/office/drawing/2014/main" id="{258B7263-5457-4873-E955-05F0A2471453}"/>
                </a:ext>
              </a:extLst>
            </p:cNvPr>
            <p:cNvSpPr/>
            <p:nvPr/>
          </p:nvSpPr>
          <p:spPr>
            <a:xfrm>
              <a:off x="-47157950" y="2712175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7026" y="1166"/>
                  </a:moveTo>
                  <a:lnTo>
                    <a:pt x="7940" y="2048"/>
                  </a:lnTo>
                  <a:lnTo>
                    <a:pt x="7026" y="2048"/>
                  </a:lnTo>
                  <a:lnTo>
                    <a:pt x="7026" y="1166"/>
                  </a:lnTo>
                  <a:close/>
                  <a:moveTo>
                    <a:pt x="6333" y="693"/>
                  </a:moveTo>
                  <a:lnTo>
                    <a:pt x="6333" y="2458"/>
                  </a:lnTo>
                  <a:cubicBezTo>
                    <a:pt x="6333" y="2647"/>
                    <a:pt x="6491" y="2804"/>
                    <a:pt x="6680" y="2804"/>
                  </a:cubicBezTo>
                  <a:lnTo>
                    <a:pt x="8444" y="2804"/>
                  </a:lnTo>
                  <a:lnTo>
                    <a:pt x="8444" y="4222"/>
                  </a:lnTo>
                  <a:lnTo>
                    <a:pt x="3529" y="4222"/>
                  </a:lnTo>
                  <a:lnTo>
                    <a:pt x="3529" y="693"/>
                  </a:lnTo>
                  <a:close/>
                  <a:moveTo>
                    <a:pt x="10933" y="4222"/>
                  </a:moveTo>
                  <a:cubicBezTo>
                    <a:pt x="11122" y="4222"/>
                    <a:pt x="11279" y="4380"/>
                    <a:pt x="11279" y="4569"/>
                  </a:cubicBezTo>
                  <a:lnTo>
                    <a:pt x="11279" y="8097"/>
                  </a:lnTo>
                  <a:lnTo>
                    <a:pt x="11248" y="8097"/>
                  </a:lnTo>
                  <a:cubicBezTo>
                    <a:pt x="11248" y="8286"/>
                    <a:pt x="11090" y="8444"/>
                    <a:pt x="10901" y="8444"/>
                  </a:cubicBezTo>
                  <a:lnTo>
                    <a:pt x="9137" y="8444"/>
                  </a:lnTo>
                  <a:lnTo>
                    <a:pt x="9137" y="7719"/>
                  </a:lnTo>
                  <a:lnTo>
                    <a:pt x="9483" y="7719"/>
                  </a:lnTo>
                  <a:cubicBezTo>
                    <a:pt x="9673" y="7719"/>
                    <a:pt x="9830" y="7562"/>
                    <a:pt x="9830" y="7372"/>
                  </a:cubicBezTo>
                  <a:cubicBezTo>
                    <a:pt x="9830" y="7183"/>
                    <a:pt x="9673" y="7026"/>
                    <a:pt x="9483" y="7026"/>
                  </a:cubicBezTo>
                  <a:lnTo>
                    <a:pt x="2458" y="7026"/>
                  </a:lnTo>
                  <a:cubicBezTo>
                    <a:pt x="2269" y="7026"/>
                    <a:pt x="2111" y="7183"/>
                    <a:pt x="2111" y="7372"/>
                  </a:cubicBezTo>
                  <a:cubicBezTo>
                    <a:pt x="2111" y="7562"/>
                    <a:pt x="2269" y="7719"/>
                    <a:pt x="2458" y="7719"/>
                  </a:cubicBezTo>
                  <a:lnTo>
                    <a:pt x="2836" y="7719"/>
                  </a:lnTo>
                  <a:lnTo>
                    <a:pt x="2836" y="8444"/>
                  </a:lnTo>
                  <a:lnTo>
                    <a:pt x="1040" y="8444"/>
                  </a:lnTo>
                  <a:cubicBezTo>
                    <a:pt x="851" y="8444"/>
                    <a:pt x="694" y="8286"/>
                    <a:pt x="694" y="8097"/>
                  </a:cubicBezTo>
                  <a:lnTo>
                    <a:pt x="694" y="4569"/>
                  </a:lnTo>
                  <a:cubicBezTo>
                    <a:pt x="694" y="4380"/>
                    <a:pt x="851" y="4222"/>
                    <a:pt x="1040" y="4222"/>
                  </a:cubicBezTo>
                  <a:lnTo>
                    <a:pt x="2836" y="4222"/>
                  </a:lnTo>
                  <a:lnTo>
                    <a:pt x="2836" y="4569"/>
                  </a:lnTo>
                  <a:cubicBezTo>
                    <a:pt x="2836" y="4789"/>
                    <a:pt x="2993" y="4947"/>
                    <a:pt x="3183" y="4947"/>
                  </a:cubicBezTo>
                  <a:lnTo>
                    <a:pt x="8822" y="4947"/>
                  </a:lnTo>
                  <a:cubicBezTo>
                    <a:pt x="9011" y="4947"/>
                    <a:pt x="9168" y="4789"/>
                    <a:pt x="9168" y="4569"/>
                  </a:cubicBezTo>
                  <a:lnTo>
                    <a:pt x="9168" y="4222"/>
                  </a:lnTo>
                  <a:close/>
                  <a:moveTo>
                    <a:pt x="8412" y="7719"/>
                  </a:moveTo>
                  <a:lnTo>
                    <a:pt x="8412" y="11279"/>
                  </a:lnTo>
                  <a:lnTo>
                    <a:pt x="3498" y="11279"/>
                  </a:lnTo>
                  <a:lnTo>
                    <a:pt x="3498" y="7719"/>
                  </a:lnTo>
                  <a:close/>
                  <a:moveTo>
                    <a:pt x="3183" y="0"/>
                  </a:moveTo>
                  <a:cubicBezTo>
                    <a:pt x="2993" y="0"/>
                    <a:pt x="2836" y="158"/>
                    <a:pt x="2836" y="378"/>
                  </a:cubicBezTo>
                  <a:lnTo>
                    <a:pt x="2836" y="3560"/>
                  </a:lnTo>
                  <a:lnTo>
                    <a:pt x="1072" y="3560"/>
                  </a:lnTo>
                  <a:cubicBezTo>
                    <a:pt x="473" y="3560"/>
                    <a:pt x="1" y="4033"/>
                    <a:pt x="1" y="4600"/>
                  </a:cubicBezTo>
                  <a:lnTo>
                    <a:pt x="1" y="8129"/>
                  </a:lnTo>
                  <a:cubicBezTo>
                    <a:pt x="1" y="8696"/>
                    <a:pt x="473" y="9168"/>
                    <a:pt x="1072" y="9168"/>
                  </a:cubicBezTo>
                  <a:lnTo>
                    <a:pt x="2836" y="9168"/>
                  </a:lnTo>
                  <a:lnTo>
                    <a:pt x="2836" y="11657"/>
                  </a:lnTo>
                  <a:cubicBezTo>
                    <a:pt x="2836" y="11846"/>
                    <a:pt x="2993" y="12035"/>
                    <a:pt x="3183" y="12035"/>
                  </a:cubicBezTo>
                  <a:lnTo>
                    <a:pt x="8822" y="12035"/>
                  </a:lnTo>
                  <a:cubicBezTo>
                    <a:pt x="9011" y="12035"/>
                    <a:pt x="9168" y="11846"/>
                    <a:pt x="9168" y="11657"/>
                  </a:cubicBezTo>
                  <a:lnTo>
                    <a:pt x="9168" y="9168"/>
                  </a:lnTo>
                  <a:lnTo>
                    <a:pt x="10933" y="9168"/>
                  </a:lnTo>
                  <a:cubicBezTo>
                    <a:pt x="11531" y="9168"/>
                    <a:pt x="12004" y="8696"/>
                    <a:pt x="12004" y="8129"/>
                  </a:cubicBezTo>
                  <a:lnTo>
                    <a:pt x="12004" y="4600"/>
                  </a:lnTo>
                  <a:cubicBezTo>
                    <a:pt x="11972" y="4001"/>
                    <a:pt x="11500" y="3529"/>
                    <a:pt x="10901" y="3529"/>
                  </a:cubicBezTo>
                  <a:lnTo>
                    <a:pt x="9137" y="3529"/>
                  </a:lnTo>
                  <a:lnTo>
                    <a:pt x="9137" y="2458"/>
                  </a:lnTo>
                  <a:cubicBezTo>
                    <a:pt x="9137" y="2363"/>
                    <a:pt x="9074" y="2269"/>
                    <a:pt x="9011" y="2206"/>
                  </a:cubicBezTo>
                  <a:lnTo>
                    <a:pt x="6932" y="126"/>
                  </a:lnTo>
                  <a:cubicBezTo>
                    <a:pt x="6837" y="63"/>
                    <a:pt x="6774" y="0"/>
                    <a:pt x="66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5" name="Google Shape;13459;p139">
              <a:extLst>
                <a:ext uri="{FF2B5EF4-FFF2-40B4-BE49-F238E27FC236}">
                  <a16:creationId xmlns:a16="http://schemas.microsoft.com/office/drawing/2014/main" id="{31EDAE6F-F11D-04EC-F20E-5EA51BE4DBA4}"/>
                </a:ext>
              </a:extLst>
            </p:cNvPr>
            <p:cNvSpPr/>
            <p:nvPr/>
          </p:nvSpPr>
          <p:spPr>
            <a:xfrm>
              <a:off x="-47087075" y="28523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37" y="693"/>
                    <a:pt x="694" y="536"/>
                    <a:pt x="694" y="347"/>
                  </a:cubicBezTo>
                  <a:cubicBezTo>
                    <a:pt x="694" y="158"/>
                    <a:pt x="537" y="0"/>
                    <a:pt x="3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6" name="Google Shape;13460;p139">
              <a:extLst>
                <a:ext uri="{FF2B5EF4-FFF2-40B4-BE49-F238E27FC236}">
                  <a16:creationId xmlns:a16="http://schemas.microsoft.com/office/drawing/2014/main" id="{3EE77188-4F5A-92BF-763C-67E12B29BEA4}"/>
                </a:ext>
              </a:extLst>
            </p:cNvPr>
            <p:cNvSpPr/>
            <p:nvPr/>
          </p:nvSpPr>
          <p:spPr>
            <a:xfrm>
              <a:off x="-47052400" y="28523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6" y="0"/>
                    <a:pt x="0" y="158"/>
                    <a:pt x="0" y="347"/>
                  </a:cubicBezTo>
                  <a:cubicBezTo>
                    <a:pt x="0" y="536"/>
                    <a:pt x="126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7" name="Google Shape;13461;p139">
              <a:extLst>
                <a:ext uri="{FF2B5EF4-FFF2-40B4-BE49-F238E27FC236}">
                  <a16:creationId xmlns:a16="http://schemas.microsoft.com/office/drawing/2014/main" id="{A01FF2C7-36DE-02D4-9EFC-712EDCB5B5DA}"/>
                </a:ext>
              </a:extLst>
            </p:cNvPr>
            <p:cNvSpPr/>
            <p:nvPr/>
          </p:nvSpPr>
          <p:spPr>
            <a:xfrm>
              <a:off x="-47051625" y="295790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151" y="694"/>
                  </a:lnTo>
                  <a:cubicBezTo>
                    <a:pt x="3340" y="694"/>
                    <a:pt x="3498" y="536"/>
                    <a:pt x="3498" y="347"/>
                  </a:cubicBez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8" name="Google Shape;13462;p139">
              <a:extLst>
                <a:ext uri="{FF2B5EF4-FFF2-40B4-BE49-F238E27FC236}">
                  <a16:creationId xmlns:a16="http://schemas.microsoft.com/office/drawing/2014/main" id="{94B0561E-2789-22D0-2D4D-2DDD464707E8}"/>
                </a:ext>
              </a:extLst>
            </p:cNvPr>
            <p:cNvSpPr/>
            <p:nvPr/>
          </p:nvSpPr>
          <p:spPr>
            <a:xfrm>
              <a:off x="-47051625" y="292325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151" y="694"/>
                  </a:lnTo>
                  <a:cubicBezTo>
                    <a:pt x="3340" y="694"/>
                    <a:pt x="3498" y="536"/>
                    <a:pt x="3498" y="347"/>
                  </a:cubicBez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9" name="Google Shape;13463;p139">
              <a:extLst>
                <a:ext uri="{FF2B5EF4-FFF2-40B4-BE49-F238E27FC236}">
                  <a16:creationId xmlns:a16="http://schemas.microsoft.com/office/drawing/2014/main" id="{BC66AE47-F759-C457-A4AE-7F7D9A0A6012}"/>
                </a:ext>
              </a:extLst>
            </p:cNvPr>
            <p:cNvSpPr/>
            <p:nvPr/>
          </p:nvSpPr>
          <p:spPr>
            <a:xfrm>
              <a:off x="-47017750" y="2852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lnTo>
                    <a:pt x="1072" y="693"/>
                  </a:lnTo>
                  <a:cubicBezTo>
                    <a:pt x="1261" y="693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0" name="Google Shape;13464;p139">
              <a:extLst>
                <a:ext uri="{FF2B5EF4-FFF2-40B4-BE49-F238E27FC236}">
                  <a16:creationId xmlns:a16="http://schemas.microsoft.com/office/drawing/2014/main" id="{5AE52CE6-6247-1B86-C0EF-B81049FD2D34}"/>
                </a:ext>
              </a:extLst>
            </p:cNvPr>
            <p:cNvSpPr/>
            <p:nvPr/>
          </p:nvSpPr>
          <p:spPr>
            <a:xfrm>
              <a:off x="-46964975" y="2852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1040" y="693"/>
                  </a:lnTo>
                  <a:cubicBezTo>
                    <a:pt x="1260" y="693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5210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9" grpId="0" build="p"/>
      <p:bldP spid="3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2"/>
          <p:cNvSpPr txBox="1">
            <a:spLocks noGrp="1"/>
          </p:cNvSpPr>
          <p:nvPr>
            <p:ph type="title"/>
          </p:nvPr>
        </p:nvSpPr>
        <p:spPr>
          <a:xfrm>
            <a:off x="720000" y="52317"/>
            <a:ext cx="7704000" cy="640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Features : All in one</a:t>
            </a:r>
            <a:endParaRPr dirty="0"/>
          </a:p>
        </p:txBody>
      </p:sp>
      <p:sp>
        <p:nvSpPr>
          <p:cNvPr id="1101" name="Google Shape;1101;p82"/>
          <p:cNvSpPr txBox="1">
            <a:spLocks noGrp="1"/>
          </p:cNvSpPr>
          <p:nvPr>
            <p:ph type="title" idx="2"/>
          </p:nvPr>
        </p:nvSpPr>
        <p:spPr>
          <a:xfrm>
            <a:off x="389781" y="1428928"/>
            <a:ext cx="1986000" cy="572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300" dirty="0"/>
              <a:t>Resume Platform</a:t>
            </a:r>
            <a:endParaRPr sz="2300" dirty="0"/>
          </a:p>
        </p:txBody>
      </p:sp>
      <p:sp>
        <p:nvSpPr>
          <p:cNvPr id="1102" name="Google Shape;1102;p82"/>
          <p:cNvSpPr txBox="1">
            <a:spLocks noGrp="1"/>
          </p:cNvSpPr>
          <p:nvPr>
            <p:ph type="subTitle" idx="1"/>
          </p:nvPr>
        </p:nvSpPr>
        <p:spPr>
          <a:xfrm>
            <a:off x="100248" y="1966373"/>
            <a:ext cx="2565067" cy="886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Develop an AI-powered career development platform.</a:t>
            </a:r>
            <a:endParaRPr dirty="0"/>
          </a:p>
        </p:txBody>
      </p:sp>
      <p:sp>
        <p:nvSpPr>
          <p:cNvPr id="1103" name="Google Shape;1103;p82"/>
          <p:cNvSpPr txBox="1">
            <a:spLocks noGrp="1"/>
          </p:cNvSpPr>
          <p:nvPr>
            <p:ph type="title" idx="3"/>
          </p:nvPr>
        </p:nvSpPr>
        <p:spPr>
          <a:xfrm>
            <a:off x="2756037" y="1289511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400" dirty="0"/>
              <a:t>Cover Letter</a:t>
            </a:r>
            <a:endParaRPr sz="2300" dirty="0"/>
          </a:p>
        </p:txBody>
      </p:sp>
      <p:sp>
        <p:nvSpPr>
          <p:cNvPr id="1104" name="Google Shape;1104;p82"/>
          <p:cNvSpPr txBox="1">
            <a:spLocks noGrp="1"/>
          </p:cNvSpPr>
          <p:nvPr>
            <p:ph type="subTitle" idx="4"/>
          </p:nvPr>
        </p:nvSpPr>
        <p:spPr>
          <a:xfrm>
            <a:off x="2756037" y="1994974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Create professional resumes quickly using AI.</a:t>
            </a:r>
            <a:endParaRPr dirty="0"/>
          </a:p>
        </p:txBody>
      </p:sp>
      <p:sp>
        <p:nvSpPr>
          <p:cNvPr id="1105" name="Google Shape;1105;p82"/>
          <p:cNvSpPr txBox="1">
            <a:spLocks noGrp="1"/>
          </p:cNvSpPr>
          <p:nvPr>
            <p:ph type="title" idx="5"/>
          </p:nvPr>
        </p:nvSpPr>
        <p:spPr>
          <a:xfrm>
            <a:off x="310581" y="3272606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300" dirty="0"/>
              <a:t>Skill Gap Analyzer</a:t>
            </a:r>
            <a:endParaRPr sz="2300" dirty="0"/>
          </a:p>
        </p:txBody>
      </p:sp>
      <p:sp>
        <p:nvSpPr>
          <p:cNvPr id="1106" name="Google Shape;1106;p82"/>
          <p:cNvSpPr txBox="1">
            <a:spLocks noGrp="1"/>
          </p:cNvSpPr>
          <p:nvPr>
            <p:ph type="subTitle" idx="6"/>
          </p:nvPr>
        </p:nvSpPr>
        <p:spPr>
          <a:xfrm>
            <a:off x="310581" y="371088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Identify missing career skills</a:t>
            </a:r>
            <a:endParaRPr dirty="0"/>
          </a:p>
        </p:txBody>
      </p:sp>
      <p:sp>
        <p:nvSpPr>
          <p:cNvPr id="1107" name="Google Shape;1107;p82"/>
          <p:cNvSpPr txBox="1">
            <a:spLocks noGrp="1"/>
          </p:cNvSpPr>
          <p:nvPr>
            <p:ph type="title" idx="7"/>
          </p:nvPr>
        </p:nvSpPr>
        <p:spPr>
          <a:xfrm>
            <a:off x="2726469" y="3272606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300" dirty="0"/>
              <a:t>Portfolio Generator</a:t>
            </a:r>
            <a:endParaRPr sz="2300" dirty="0"/>
          </a:p>
        </p:txBody>
      </p:sp>
      <p:sp>
        <p:nvSpPr>
          <p:cNvPr id="1108" name="Google Shape;1108;p82"/>
          <p:cNvSpPr txBox="1">
            <a:spLocks noGrp="1"/>
          </p:cNvSpPr>
          <p:nvPr>
            <p:ph type="subTitle" idx="8"/>
          </p:nvPr>
        </p:nvSpPr>
        <p:spPr>
          <a:xfrm>
            <a:off x="2726469" y="371088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Build AI-powered portfolio websites.</a:t>
            </a:r>
            <a:endParaRPr dirty="0"/>
          </a:p>
        </p:txBody>
      </p:sp>
      <p:sp>
        <p:nvSpPr>
          <p:cNvPr id="1109" name="Google Shape;1109;p82"/>
          <p:cNvSpPr txBox="1">
            <a:spLocks noGrp="1"/>
          </p:cNvSpPr>
          <p:nvPr>
            <p:ph type="title" idx="9"/>
          </p:nvPr>
        </p:nvSpPr>
        <p:spPr>
          <a:xfrm>
            <a:off x="4850867" y="128342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300" dirty="0"/>
              <a:t>ATS Checker</a:t>
            </a:r>
            <a:endParaRPr sz="2300" dirty="0"/>
          </a:p>
        </p:txBody>
      </p:sp>
      <p:sp>
        <p:nvSpPr>
          <p:cNvPr id="1110" name="Google Shape;1110;p82"/>
          <p:cNvSpPr txBox="1">
            <a:spLocks noGrp="1"/>
          </p:cNvSpPr>
          <p:nvPr>
            <p:ph type="subTitle" idx="13"/>
          </p:nvPr>
        </p:nvSpPr>
        <p:spPr>
          <a:xfrm>
            <a:off x="4896292" y="2155642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Analyse resumes with ATS scoring.</a:t>
            </a:r>
            <a:endParaRPr dirty="0"/>
          </a:p>
        </p:txBody>
      </p:sp>
      <p:sp>
        <p:nvSpPr>
          <p:cNvPr id="1111" name="Google Shape;1111;p82"/>
          <p:cNvSpPr txBox="1">
            <a:spLocks noGrp="1"/>
          </p:cNvSpPr>
          <p:nvPr>
            <p:ph type="title" idx="14"/>
          </p:nvPr>
        </p:nvSpPr>
        <p:spPr>
          <a:xfrm>
            <a:off x="4817092" y="3287046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300" dirty="0"/>
              <a:t>AI Email Writer</a:t>
            </a:r>
            <a:endParaRPr sz="2300" dirty="0"/>
          </a:p>
        </p:txBody>
      </p:sp>
      <p:sp>
        <p:nvSpPr>
          <p:cNvPr id="1112" name="Google Shape;1112;p82"/>
          <p:cNvSpPr txBox="1">
            <a:spLocks noGrp="1"/>
          </p:cNvSpPr>
          <p:nvPr>
            <p:ph type="subTitle" idx="15"/>
          </p:nvPr>
        </p:nvSpPr>
        <p:spPr>
          <a:xfrm>
            <a:off x="4817092" y="372532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Write professional emails using AI.</a:t>
            </a:r>
            <a:endParaRPr dirty="0"/>
          </a:p>
        </p:txBody>
      </p:sp>
      <p:sp>
        <p:nvSpPr>
          <p:cNvPr id="4" name="Google Shape;1109;p82">
            <a:extLst>
              <a:ext uri="{FF2B5EF4-FFF2-40B4-BE49-F238E27FC236}">
                <a16:creationId xmlns:a16="http://schemas.microsoft.com/office/drawing/2014/main" id="{E097AA27-E569-695D-0F11-F404B72E04C5}"/>
              </a:ext>
            </a:extLst>
          </p:cNvPr>
          <p:cNvSpPr txBox="1">
            <a:spLocks/>
          </p:cNvSpPr>
          <p:nvPr/>
        </p:nvSpPr>
        <p:spPr>
          <a:xfrm>
            <a:off x="6811225" y="1485892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IN" sz="2300" dirty="0"/>
              <a:t>Interview Prep</a:t>
            </a:r>
          </a:p>
        </p:txBody>
      </p:sp>
      <p:sp>
        <p:nvSpPr>
          <p:cNvPr id="5" name="Google Shape;1110;p82">
            <a:extLst>
              <a:ext uri="{FF2B5EF4-FFF2-40B4-BE49-F238E27FC236}">
                <a16:creationId xmlns:a16="http://schemas.microsoft.com/office/drawing/2014/main" id="{F5D1CAFD-6C31-CD1B-FDB9-B008109B77A5}"/>
              </a:ext>
            </a:extLst>
          </p:cNvPr>
          <p:cNvSpPr txBox="1">
            <a:spLocks/>
          </p:cNvSpPr>
          <p:nvPr/>
        </p:nvSpPr>
        <p:spPr>
          <a:xfrm>
            <a:off x="6882292" y="2036924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/>
            <a:r>
              <a:rPr lang="en-IN" dirty="0"/>
              <a:t>Prepare users for job interviews.</a:t>
            </a:r>
            <a:endParaRPr lang="en-US" dirty="0"/>
          </a:p>
        </p:txBody>
      </p:sp>
      <p:sp>
        <p:nvSpPr>
          <p:cNvPr id="6" name="Google Shape;1111;p82">
            <a:extLst>
              <a:ext uri="{FF2B5EF4-FFF2-40B4-BE49-F238E27FC236}">
                <a16:creationId xmlns:a16="http://schemas.microsoft.com/office/drawing/2014/main" id="{D4139A76-257B-8F77-DB9A-C5A83F5F8001}"/>
              </a:ext>
            </a:extLst>
          </p:cNvPr>
          <p:cNvSpPr txBox="1">
            <a:spLocks/>
          </p:cNvSpPr>
          <p:nvPr/>
        </p:nvSpPr>
        <p:spPr>
          <a:xfrm>
            <a:off x="6811225" y="3287046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IN" sz="2300" dirty="0"/>
              <a:t>Research Hub</a:t>
            </a:r>
          </a:p>
        </p:txBody>
      </p:sp>
      <p:sp>
        <p:nvSpPr>
          <p:cNvPr id="7" name="Google Shape;1112;p82">
            <a:extLst>
              <a:ext uri="{FF2B5EF4-FFF2-40B4-BE49-F238E27FC236}">
                <a16:creationId xmlns:a16="http://schemas.microsoft.com/office/drawing/2014/main" id="{BADD15B2-66A8-5108-0FF6-28B43A935723}"/>
              </a:ext>
            </a:extLst>
          </p:cNvPr>
          <p:cNvSpPr txBox="1">
            <a:spLocks/>
          </p:cNvSpPr>
          <p:nvPr/>
        </p:nvSpPr>
        <p:spPr>
          <a:xfrm>
            <a:off x="6803092" y="3725321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/>
            <a:r>
              <a:rPr lang="en-IN" dirty="0"/>
              <a:t>Support research and publications.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" grpId="0"/>
      <p:bldP spid="1107" grpId="0"/>
      <p:bldP spid="1108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>
          <a:extLst>
            <a:ext uri="{FF2B5EF4-FFF2-40B4-BE49-F238E27FC236}">
              <a16:creationId xmlns:a16="http://schemas.microsoft.com/office/drawing/2014/main" id="{46D9E1B6-5BA0-754F-DA18-2398CF39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2">
            <a:extLst>
              <a:ext uri="{FF2B5EF4-FFF2-40B4-BE49-F238E27FC236}">
                <a16:creationId xmlns:a16="http://schemas.microsoft.com/office/drawing/2014/main" id="{2B0E477F-5832-E200-99BA-20441E517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4497" y="4656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Scope Of The Project</a:t>
            </a:r>
            <a:endParaRPr dirty="0"/>
          </a:p>
        </p:txBody>
      </p:sp>
      <p:sp>
        <p:nvSpPr>
          <p:cNvPr id="1101" name="Google Shape;1101;p82">
            <a:extLst>
              <a:ext uri="{FF2B5EF4-FFF2-40B4-BE49-F238E27FC236}">
                <a16:creationId xmlns:a16="http://schemas.microsoft.com/office/drawing/2014/main" id="{2DEE30E8-D6E1-4B6A-8A1F-AC788589FB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34808" y="20440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PDF</a:t>
            </a:r>
            <a:br>
              <a:rPr lang="en-IN" sz="2400" dirty="0"/>
            </a:br>
            <a:r>
              <a:rPr lang="en-IN" sz="2400" dirty="0"/>
              <a:t>Tools</a:t>
            </a:r>
            <a:endParaRPr sz="2300" dirty="0"/>
          </a:p>
        </p:txBody>
      </p:sp>
      <p:sp>
        <p:nvSpPr>
          <p:cNvPr id="1102" name="Google Shape;1102;p82">
            <a:extLst>
              <a:ext uri="{FF2B5EF4-FFF2-40B4-BE49-F238E27FC236}">
                <a16:creationId xmlns:a16="http://schemas.microsoft.com/office/drawing/2014/main" id="{83C04290-0E00-7D80-0271-12E590F424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5997" y="2719646"/>
            <a:ext cx="2565067" cy="886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600" dirty="0"/>
              <a:t>Convert and compress PDF files.</a:t>
            </a:r>
            <a:endParaRPr sz="1600" dirty="0"/>
          </a:p>
        </p:txBody>
      </p:sp>
      <p:sp>
        <p:nvSpPr>
          <p:cNvPr id="1103" name="Google Shape;1103;p82">
            <a:extLst>
              <a:ext uri="{FF2B5EF4-FFF2-40B4-BE49-F238E27FC236}">
                <a16:creationId xmlns:a16="http://schemas.microsoft.com/office/drawing/2014/main" id="{6ED85B72-5AA6-545B-F3E8-C6F23E60F232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3401064" y="2050138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400" dirty="0"/>
              <a:t>Secure Experience</a:t>
            </a:r>
            <a:endParaRPr sz="2300" dirty="0"/>
          </a:p>
        </p:txBody>
      </p:sp>
      <p:sp>
        <p:nvSpPr>
          <p:cNvPr id="1104" name="Google Shape;1104;p82">
            <a:extLst>
              <a:ext uri="{FF2B5EF4-FFF2-40B4-BE49-F238E27FC236}">
                <a16:creationId xmlns:a16="http://schemas.microsoft.com/office/drawing/2014/main" id="{68DD7B24-1F18-3AAB-5307-EAEC986C29D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555319" y="2759943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600" dirty="0"/>
              <a:t>Ensure secure user authentication.</a:t>
            </a:r>
            <a:endParaRPr sz="1600" dirty="0"/>
          </a:p>
        </p:txBody>
      </p:sp>
      <p:sp>
        <p:nvSpPr>
          <p:cNvPr id="1109" name="Google Shape;1109;p82">
            <a:extLst>
              <a:ext uri="{FF2B5EF4-FFF2-40B4-BE49-F238E27FC236}">
                <a16:creationId xmlns:a16="http://schemas.microsoft.com/office/drawing/2014/main" id="{1C85E47B-1D00-5A31-3A85-5075991730ED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5495894" y="20440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Scalable SaaS</a:t>
            </a:r>
            <a:endParaRPr sz="2300" dirty="0"/>
          </a:p>
        </p:txBody>
      </p:sp>
      <p:sp>
        <p:nvSpPr>
          <p:cNvPr id="1110" name="Google Shape;1110;p82">
            <a:extLst>
              <a:ext uri="{FF2B5EF4-FFF2-40B4-BE49-F238E27FC236}">
                <a16:creationId xmlns:a16="http://schemas.microsoft.com/office/drawing/2014/main" id="{AD879B84-69CF-ED66-CAF8-19D902021D2C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5695574" y="2759943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600" dirty="0"/>
              <a:t>Build a scalable PERN-based SaaS platform.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72653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0"/>
          <p:cNvSpPr/>
          <p:nvPr/>
        </p:nvSpPr>
        <p:spPr>
          <a:xfrm>
            <a:off x="2001475" y="1249450"/>
            <a:ext cx="2370600" cy="1579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80"/>
          <p:cNvSpPr/>
          <p:nvPr/>
        </p:nvSpPr>
        <p:spPr>
          <a:xfrm>
            <a:off x="4771975" y="1249450"/>
            <a:ext cx="2370600" cy="1579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80"/>
          <p:cNvSpPr/>
          <p:nvPr/>
        </p:nvSpPr>
        <p:spPr>
          <a:xfrm>
            <a:off x="2001425" y="2984175"/>
            <a:ext cx="2370600" cy="1579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80"/>
          <p:cNvSpPr/>
          <p:nvPr/>
        </p:nvSpPr>
        <p:spPr>
          <a:xfrm>
            <a:off x="4771925" y="2984175"/>
            <a:ext cx="2370600" cy="1579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80"/>
          <p:cNvSpPr txBox="1">
            <a:spLocks noGrp="1"/>
          </p:cNvSpPr>
          <p:nvPr>
            <p:ph type="title"/>
          </p:nvPr>
        </p:nvSpPr>
        <p:spPr>
          <a:xfrm>
            <a:off x="2817157" y="4687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Clr>
                <a:srgbClr val="000000"/>
              </a:buClr>
              <a:buSzPts val="3600"/>
            </a:pPr>
            <a:r>
              <a:rPr lang="en-IN" sz="3200" dirty="0">
                <a:latin typeface="Arial"/>
                <a:ea typeface="Arial"/>
                <a:cs typeface="Arial"/>
                <a:sym typeface="Arial"/>
              </a:rPr>
              <a:t>Technology Stack </a:t>
            </a:r>
          </a:p>
        </p:txBody>
      </p:sp>
      <p:sp>
        <p:nvSpPr>
          <p:cNvPr id="1045" name="Google Shape;1045;p80"/>
          <p:cNvSpPr txBox="1">
            <a:spLocks noGrp="1"/>
          </p:cNvSpPr>
          <p:nvPr>
            <p:ph type="title" idx="2"/>
          </p:nvPr>
        </p:nvSpPr>
        <p:spPr>
          <a:xfrm>
            <a:off x="1601575" y="126172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557"/>
              </a:spcBef>
              <a:buClr>
                <a:srgbClr val="000000"/>
              </a:buClr>
              <a:buSzPts val="1670"/>
            </a:pPr>
            <a:r>
              <a:rPr lang="en-IN" sz="1800" u="sng" dirty="0">
                <a:latin typeface="Arial"/>
                <a:ea typeface="Arial"/>
                <a:cs typeface="Arial"/>
                <a:sym typeface="Arial"/>
              </a:rPr>
              <a:t>Frontend</a:t>
            </a:r>
          </a:p>
        </p:txBody>
      </p:sp>
      <p:sp>
        <p:nvSpPr>
          <p:cNvPr id="1046" name="Google Shape;1046;p80"/>
          <p:cNvSpPr txBox="1">
            <a:spLocks noGrp="1"/>
          </p:cNvSpPr>
          <p:nvPr>
            <p:ph type="subTitle" idx="1"/>
          </p:nvPr>
        </p:nvSpPr>
        <p:spPr>
          <a:xfrm>
            <a:off x="2028085" y="1689663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6979" algn="l">
              <a:lnSpc>
                <a:spcPct val="115000"/>
              </a:lnSpc>
              <a:spcBef>
                <a:spcPts val="557"/>
              </a:spcBef>
              <a:buSzPts val="1392"/>
              <a:buFont typeface="Bricolage Grotesque"/>
              <a:buChar char="●"/>
            </a:pPr>
            <a:r>
              <a:rPr lang="en-IN" dirty="0">
                <a:latin typeface="Arial"/>
                <a:ea typeface="Arial"/>
                <a:cs typeface="Arial"/>
                <a:sym typeface="Arial"/>
              </a:rPr>
              <a:t>React</a:t>
            </a:r>
          </a:p>
          <a:p>
            <a:pPr lvl="0"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dirty="0">
                <a:latin typeface="Arial"/>
                <a:ea typeface="Arial"/>
                <a:cs typeface="Arial"/>
                <a:sym typeface="Arial"/>
              </a:rPr>
              <a:t>Tailwind CSS</a:t>
            </a:r>
          </a:p>
          <a:p>
            <a:pPr lvl="0"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dirty="0">
                <a:latin typeface="Arial"/>
                <a:ea typeface="Arial"/>
                <a:cs typeface="Arial"/>
                <a:sym typeface="Arial"/>
              </a:rPr>
              <a:t>Axios</a:t>
            </a:r>
          </a:p>
        </p:txBody>
      </p:sp>
      <p:sp>
        <p:nvSpPr>
          <p:cNvPr id="1047" name="Google Shape;1047;p80"/>
          <p:cNvSpPr txBox="1">
            <a:spLocks noGrp="1"/>
          </p:cNvSpPr>
          <p:nvPr>
            <p:ph type="title" idx="3"/>
          </p:nvPr>
        </p:nvSpPr>
        <p:spPr>
          <a:xfrm>
            <a:off x="4398685" y="1288282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5000"/>
              </a:lnSpc>
              <a:spcBef>
                <a:spcPts val="557"/>
              </a:spcBef>
              <a:buClr>
                <a:srgbClr val="000000"/>
              </a:buClr>
              <a:buSzPts val="1670"/>
            </a:pPr>
            <a:r>
              <a:rPr lang="en-IN" sz="1800" u="sng" dirty="0">
                <a:latin typeface="Arial"/>
                <a:ea typeface="Arial"/>
                <a:cs typeface="Arial"/>
                <a:sym typeface="Arial"/>
              </a:rPr>
              <a:t>Backend</a:t>
            </a:r>
          </a:p>
        </p:txBody>
      </p:sp>
      <p:sp>
        <p:nvSpPr>
          <p:cNvPr id="1048" name="Google Shape;1048;p80"/>
          <p:cNvSpPr txBox="1">
            <a:spLocks noGrp="1"/>
          </p:cNvSpPr>
          <p:nvPr>
            <p:ph type="subTitle" idx="4"/>
          </p:nvPr>
        </p:nvSpPr>
        <p:spPr>
          <a:xfrm>
            <a:off x="4787077" y="1652245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6979" algn="l">
              <a:lnSpc>
                <a:spcPct val="115000"/>
              </a:lnSpc>
              <a:spcBef>
                <a:spcPts val="557"/>
              </a:spcBef>
              <a:buSzPts val="1392"/>
              <a:buFont typeface="Bricolage Grotesque"/>
              <a:buChar char="●"/>
            </a:pPr>
            <a:r>
              <a:rPr lang="en-IN" dirty="0">
                <a:latin typeface="Arial"/>
                <a:ea typeface="Arial"/>
                <a:cs typeface="Arial"/>
                <a:sym typeface="Arial"/>
              </a:rPr>
              <a:t>Node.js</a:t>
            </a:r>
          </a:p>
          <a:p>
            <a:pPr lvl="0"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dirty="0">
                <a:latin typeface="Arial"/>
                <a:ea typeface="Arial"/>
                <a:cs typeface="Arial"/>
                <a:sym typeface="Arial"/>
              </a:rPr>
              <a:t>Express.js</a:t>
            </a:r>
          </a:p>
        </p:txBody>
      </p:sp>
      <p:sp>
        <p:nvSpPr>
          <p:cNvPr id="1049" name="Google Shape;1049;p80"/>
          <p:cNvSpPr txBox="1">
            <a:spLocks noGrp="1"/>
          </p:cNvSpPr>
          <p:nvPr>
            <p:ph type="title" idx="5"/>
          </p:nvPr>
        </p:nvSpPr>
        <p:spPr>
          <a:xfrm>
            <a:off x="1601525" y="2983930"/>
            <a:ext cx="2370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5000"/>
              </a:lnSpc>
              <a:spcBef>
                <a:spcPts val="557"/>
              </a:spcBef>
              <a:buClr>
                <a:srgbClr val="000000"/>
              </a:buClr>
              <a:buSzPts val="1670"/>
            </a:pPr>
            <a:r>
              <a:rPr lang="en" sz="1800" u="sng" dirty="0">
                <a:latin typeface="Arial"/>
                <a:ea typeface="Arial"/>
                <a:cs typeface="Arial"/>
                <a:sym typeface="Arial"/>
              </a:rPr>
              <a:t>Database</a:t>
            </a:r>
            <a:endParaRPr sz="1800" u="sng" dirty="0">
              <a:latin typeface="Arial"/>
              <a:ea typeface="Arial"/>
              <a:cs typeface="Arial"/>
            </a:endParaRPr>
          </a:p>
        </p:txBody>
      </p:sp>
      <p:sp>
        <p:nvSpPr>
          <p:cNvPr id="1050" name="Google Shape;1050;p80"/>
          <p:cNvSpPr txBox="1">
            <a:spLocks noGrp="1"/>
          </p:cNvSpPr>
          <p:nvPr>
            <p:ph type="subTitle" idx="6"/>
          </p:nvPr>
        </p:nvSpPr>
        <p:spPr>
          <a:xfrm>
            <a:off x="2039307" y="3410805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" dirty="0">
                <a:latin typeface="Arial"/>
                <a:ea typeface="Arial"/>
                <a:cs typeface="Arial"/>
                <a:sym typeface="Arial"/>
              </a:rPr>
              <a:t>PostgreSQl</a:t>
            </a: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051" name="Google Shape;1051;p80"/>
          <p:cNvSpPr txBox="1">
            <a:spLocks noGrp="1"/>
          </p:cNvSpPr>
          <p:nvPr>
            <p:ph type="title" idx="7"/>
          </p:nvPr>
        </p:nvSpPr>
        <p:spPr>
          <a:xfrm>
            <a:off x="4668136" y="2983930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557"/>
              </a:spcBef>
              <a:buClr>
                <a:srgbClr val="000000"/>
              </a:buClr>
              <a:buSzPts val="1670"/>
            </a:pPr>
            <a:r>
              <a:rPr lang="en-IN" sz="1800" u="sng" dirty="0">
                <a:latin typeface="Arial"/>
                <a:ea typeface="Arial"/>
                <a:cs typeface="Arial"/>
                <a:sym typeface="Arial"/>
              </a:rPr>
              <a:t>AI Integration</a:t>
            </a:r>
          </a:p>
        </p:txBody>
      </p:sp>
      <p:sp>
        <p:nvSpPr>
          <p:cNvPr id="1052" name="Google Shape;1052;p80"/>
          <p:cNvSpPr txBox="1">
            <a:spLocks noGrp="1"/>
          </p:cNvSpPr>
          <p:nvPr>
            <p:ph type="subTitle" idx="8"/>
          </p:nvPr>
        </p:nvSpPr>
        <p:spPr>
          <a:xfrm>
            <a:off x="4628007" y="3358509"/>
            <a:ext cx="2370600" cy="1205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971" indent="-285750" algn="l">
              <a:spcBef>
                <a:spcPts val="557"/>
              </a:spcBef>
              <a:buSzPts val="1392"/>
              <a:buFont typeface="Arial" panose="020B0604020202020204" pitchFamily="34" charset="0"/>
              <a:buChar char="•"/>
            </a:pPr>
            <a:r>
              <a:rPr lang="en-IN" dirty="0"/>
              <a:t>Gemini API AI</a:t>
            </a:r>
          </a:p>
          <a:p>
            <a:pPr marL="425971" indent="-285750" algn="l">
              <a:spcBef>
                <a:spcPts val="557"/>
              </a:spcBef>
              <a:buSzPts val="1392"/>
              <a:buFont typeface="Arial" panose="020B0604020202020204" pitchFamily="34" charset="0"/>
              <a:buChar char="•"/>
            </a:pPr>
            <a:r>
              <a:rPr lang="en-IN" dirty="0"/>
              <a:t> Content Generation </a:t>
            </a:r>
          </a:p>
          <a:p>
            <a:pPr marL="425971" indent="-285750" algn="l">
              <a:spcBef>
                <a:spcPts val="557"/>
              </a:spcBef>
              <a:buSzPts val="1392"/>
              <a:buFont typeface="Arial" panose="020B0604020202020204" pitchFamily="34" charset="0"/>
              <a:buChar char="•"/>
            </a:pPr>
            <a:r>
              <a:rPr lang="en-IN" dirty="0"/>
              <a:t>Prompt Engineering</a:t>
            </a:r>
            <a:endParaRPr lang="en-IN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89"/>
          <p:cNvSpPr/>
          <p:nvPr/>
        </p:nvSpPr>
        <p:spPr>
          <a:xfrm>
            <a:off x="797475" y="1423450"/>
            <a:ext cx="1327500" cy="10302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89"/>
          <p:cNvSpPr/>
          <p:nvPr/>
        </p:nvSpPr>
        <p:spPr>
          <a:xfrm>
            <a:off x="2800775" y="1423450"/>
            <a:ext cx="1327500" cy="10302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89"/>
          <p:cNvSpPr/>
          <p:nvPr/>
        </p:nvSpPr>
        <p:spPr>
          <a:xfrm>
            <a:off x="4804075" y="1423450"/>
            <a:ext cx="1327500" cy="10302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89"/>
          <p:cNvSpPr/>
          <p:nvPr/>
        </p:nvSpPr>
        <p:spPr>
          <a:xfrm>
            <a:off x="6807375" y="1423450"/>
            <a:ext cx="1327500" cy="10302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89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Timing</a:t>
            </a:r>
            <a:endParaRPr dirty="0"/>
          </a:p>
        </p:txBody>
      </p:sp>
      <p:sp>
        <p:nvSpPr>
          <p:cNvPr id="1278" name="Google Shape;1278;p89"/>
          <p:cNvSpPr txBox="1"/>
          <p:nvPr/>
        </p:nvSpPr>
        <p:spPr>
          <a:xfrm>
            <a:off x="716850" y="2869250"/>
            <a:ext cx="16983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Planning</a:t>
            </a:r>
            <a:endParaRPr sz="20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79" name="Google Shape;1279;p89"/>
          <p:cNvSpPr txBox="1"/>
          <p:nvPr/>
        </p:nvSpPr>
        <p:spPr>
          <a:xfrm>
            <a:off x="636225" y="3304925"/>
            <a:ext cx="1698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b="1" dirty="0">
                <a:solidFill>
                  <a:schemeClr val="bg1"/>
                </a:solidFill>
                <a:latin typeface="IBM Plex Sans" panose="020B0503050203000203" pitchFamily="34" charset="0"/>
              </a:rPr>
              <a:t>Planning &amp; Requirement Analysis</a:t>
            </a:r>
            <a:endParaRPr b="1" dirty="0">
              <a:solidFill>
                <a:schemeClr val="bg1"/>
              </a:solidFill>
              <a:latin typeface="IBM Plex Sans" panose="020B0503050203000203" pitchFamily="34" charset="0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80" name="Google Shape;1280;p89"/>
          <p:cNvSpPr txBox="1"/>
          <p:nvPr/>
        </p:nvSpPr>
        <p:spPr>
          <a:xfrm>
            <a:off x="2720150" y="2869250"/>
            <a:ext cx="16983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Backend</a:t>
            </a:r>
            <a:endParaRPr sz="25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1" name="Google Shape;1281;p89"/>
          <p:cNvSpPr txBox="1"/>
          <p:nvPr/>
        </p:nvSpPr>
        <p:spPr>
          <a:xfrm>
            <a:off x="4804075" y="3350177"/>
            <a:ext cx="1698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b="1" dirty="0">
                <a:solidFill>
                  <a:schemeClr val="bg1"/>
                </a:solidFill>
                <a:latin typeface="IBM Plex Sans" panose="020B0503050203000203" pitchFamily="34" charset="0"/>
              </a:rPr>
              <a:t>User Interface Development</a:t>
            </a:r>
            <a:endParaRPr b="1" dirty="0">
              <a:solidFill>
                <a:schemeClr val="bg1"/>
              </a:solidFill>
              <a:latin typeface="IBM Plex Sans" panose="020B0503050203000203" pitchFamily="34" charset="0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82" name="Google Shape;1282;p89"/>
          <p:cNvSpPr txBox="1"/>
          <p:nvPr/>
        </p:nvSpPr>
        <p:spPr>
          <a:xfrm>
            <a:off x="4723450" y="2869250"/>
            <a:ext cx="16983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Frontend</a:t>
            </a:r>
            <a:endParaRPr sz="25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3" name="Google Shape;1283;p89"/>
          <p:cNvSpPr txBox="1"/>
          <p:nvPr/>
        </p:nvSpPr>
        <p:spPr>
          <a:xfrm>
            <a:off x="2720150" y="3297048"/>
            <a:ext cx="1698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b="1" dirty="0">
                <a:solidFill>
                  <a:schemeClr val="bg1"/>
                </a:solidFill>
                <a:latin typeface="IBM Plex Sans" panose="020B0503050203000203" pitchFamily="34" charset="0"/>
              </a:rPr>
              <a:t>Server Logic Implementation</a:t>
            </a:r>
            <a:endParaRPr b="1" dirty="0">
              <a:solidFill>
                <a:schemeClr val="bg1"/>
              </a:solidFill>
              <a:latin typeface="IBM Plex Sans" panose="020B0503050203000203" pitchFamily="34" charset="0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84" name="Google Shape;1284;p89"/>
          <p:cNvSpPr txBox="1"/>
          <p:nvPr/>
        </p:nvSpPr>
        <p:spPr>
          <a:xfrm>
            <a:off x="6726750" y="2869250"/>
            <a:ext cx="16983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Document</a:t>
            </a:r>
            <a:endParaRPr sz="20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5" name="Google Shape;1285;p89"/>
          <p:cNvSpPr txBox="1"/>
          <p:nvPr/>
        </p:nvSpPr>
        <p:spPr>
          <a:xfrm>
            <a:off x="6726750" y="3350177"/>
            <a:ext cx="1698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IBM Plex Sans" panose="020B0503050203000203" pitchFamily="34" charset="0"/>
              </a:rPr>
              <a:t>Project Report Preparation </a:t>
            </a:r>
          </a:p>
        </p:txBody>
      </p:sp>
      <p:sp>
        <p:nvSpPr>
          <p:cNvPr id="1286" name="Google Shape;1286;p89"/>
          <p:cNvSpPr txBox="1"/>
          <p:nvPr/>
        </p:nvSpPr>
        <p:spPr>
          <a:xfrm>
            <a:off x="6972600" y="1851698"/>
            <a:ext cx="12066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June</a:t>
            </a:r>
            <a:endParaRPr sz="25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7" name="Google Shape;1287;p89"/>
          <p:cNvSpPr txBox="1"/>
          <p:nvPr/>
        </p:nvSpPr>
        <p:spPr>
          <a:xfrm>
            <a:off x="962700" y="1851698"/>
            <a:ext cx="12066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March</a:t>
            </a:r>
            <a:endParaRPr sz="25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8" name="Google Shape;1288;p89"/>
          <p:cNvSpPr txBox="1"/>
          <p:nvPr/>
        </p:nvSpPr>
        <p:spPr>
          <a:xfrm>
            <a:off x="2966000" y="1851698"/>
            <a:ext cx="12066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April</a:t>
            </a:r>
            <a:endParaRPr sz="25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9" name="Google Shape;1289;p89"/>
          <p:cNvSpPr txBox="1"/>
          <p:nvPr/>
        </p:nvSpPr>
        <p:spPr>
          <a:xfrm>
            <a:off x="4969300" y="1851698"/>
            <a:ext cx="12066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May</a:t>
            </a:r>
            <a:endParaRPr sz="25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90" name="Google Shape;1290;p89"/>
          <p:cNvSpPr/>
          <p:nvPr/>
        </p:nvSpPr>
        <p:spPr>
          <a:xfrm>
            <a:off x="902250" y="1537750"/>
            <a:ext cx="1327500" cy="1030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89"/>
          <p:cNvSpPr/>
          <p:nvPr/>
        </p:nvSpPr>
        <p:spPr>
          <a:xfrm>
            <a:off x="2905550" y="1537750"/>
            <a:ext cx="1327500" cy="1030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89"/>
          <p:cNvSpPr/>
          <p:nvPr/>
        </p:nvSpPr>
        <p:spPr>
          <a:xfrm>
            <a:off x="4908850" y="1537750"/>
            <a:ext cx="1327500" cy="1030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89"/>
          <p:cNvSpPr/>
          <p:nvPr/>
        </p:nvSpPr>
        <p:spPr>
          <a:xfrm>
            <a:off x="6912150" y="1537750"/>
            <a:ext cx="1327500" cy="1030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94" name="Google Shape;1294;p89"/>
          <p:cNvCxnSpPr>
            <a:stCxn id="1290" idx="0"/>
            <a:endCxn id="1291" idx="2"/>
          </p:cNvCxnSpPr>
          <p:nvPr/>
        </p:nvCxnSpPr>
        <p:spPr>
          <a:xfrm>
            <a:off x="2229750" y="2052850"/>
            <a:ext cx="675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5" name="Google Shape;1295;p89"/>
          <p:cNvCxnSpPr/>
          <p:nvPr/>
        </p:nvCxnSpPr>
        <p:spPr>
          <a:xfrm>
            <a:off x="4233000" y="2052850"/>
            <a:ext cx="675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6" name="Google Shape;1296;p89"/>
          <p:cNvCxnSpPr/>
          <p:nvPr/>
        </p:nvCxnSpPr>
        <p:spPr>
          <a:xfrm>
            <a:off x="6236300" y="2052850"/>
            <a:ext cx="675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8"/>
          <p:cNvSpPr txBox="1">
            <a:spLocks noGrp="1"/>
          </p:cNvSpPr>
          <p:nvPr>
            <p:ph type="title"/>
          </p:nvPr>
        </p:nvSpPr>
        <p:spPr>
          <a:xfrm>
            <a:off x="619629" y="297774"/>
            <a:ext cx="3867703" cy="927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Project Planning</a:t>
            </a:r>
            <a:endParaRPr dirty="0"/>
          </a:p>
        </p:txBody>
      </p:sp>
      <p:sp>
        <p:nvSpPr>
          <p:cNvPr id="768" name="Google Shape;768;p68"/>
          <p:cNvSpPr txBox="1">
            <a:spLocks noGrp="1"/>
          </p:cNvSpPr>
          <p:nvPr>
            <p:ph type="subTitle" idx="1"/>
          </p:nvPr>
        </p:nvSpPr>
        <p:spPr>
          <a:xfrm>
            <a:off x="627283" y="1639419"/>
            <a:ext cx="3173101" cy="2930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6979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Total Duration: ~10 Weeks </a:t>
            </a:r>
          </a:p>
          <a:p>
            <a:pPr indent="-316979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Followed Software Development Life Cycle (SDLC) </a:t>
            </a:r>
          </a:p>
          <a:p>
            <a:pPr indent="-316979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Requirement Analysis </a:t>
            </a:r>
          </a:p>
          <a:p>
            <a:pPr indent="-316979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UI/UX Design </a:t>
            </a:r>
          </a:p>
          <a:p>
            <a:pPr indent="-316979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Frontend Development </a:t>
            </a:r>
          </a:p>
          <a:p>
            <a:pPr indent="-316979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Backend Development </a:t>
            </a:r>
          </a:p>
          <a:p>
            <a:pPr indent="-316979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AI Integration </a:t>
            </a:r>
          </a:p>
          <a:p>
            <a:pPr indent="-316979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Testing &amp; Deployment </a:t>
            </a:r>
          </a:p>
          <a:p>
            <a:pPr indent="-316979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Documentation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769" name="Google Shape;769;p68"/>
          <p:cNvGrpSpPr/>
          <p:nvPr/>
        </p:nvGrpSpPr>
        <p:grpSpPr>
          <a:xfrm>
            <a:off x="0" y="1011346"/>
            <a:ext cx="3765075" cy="484600"/>
            <a:chOff x="198225" y="4390550"/>
            <a:chExt cx="3765075" cy="484600"/>
          </a:xfrm>
        </p:grpSpPr>
        <p:sp>
          <p:nvSpPr>
            <p:cNvPr id="770" name="Google Shape;770;p68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68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68"/>
          <p:cNvGrpSpPr/>
          <p:nvPr/>
        </p:nvGrpSpPr>
        <p:grpSpPr>
          <a:xfrm>
            <a:off x="8029329" y="360593"/>
            <a:ext cx="685039" cy="255416"/>
            <a:chOff x="4042650" y="642025"/>
            <a:chExt cx="1154625" cy="430500"/>
          </a:xfrm>
        </p:grpSpPr>
        <p:sp>
          <p:nvSpPr>
            <p:cNvPr id="773" name="Google Shape;773;p68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68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68"/>
          <p:cNvGrpSpPr/>
          <p:nvPr/>
        </p:nvGrpSpPr>
        <p:grpSpPr>
          <a:xfrm>
            <a:off x="713100" y="1189698"/>
            <a:ext cx="1163678" cy="63948"/>
            <a:chOff x="3779200" y="1371600"/>
            <a:chExt cx="1992600" cy="109500"/>
          </a:xfrm>
        </p:grpSpPr>
        <p:sp>
          <p:nvSpPr>
            <p:cNvPr id="776" name="Google Shape;776;p68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68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68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68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68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68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3" name="Google Shape;783;p68"/>
          <p:cNvSpPr/>
          <p:nvPr/>
        </p:nvSpPr>
        <p:spPr>
          <a:xfrm>
            <a:off x="3765076" y="1602876"/>
            <a:ext cx="4837058" cy="2930430"/>
          </a:xfrm>
          <a:prstGeom prst="snip2DiagRect">
            <a:avLst>
              <a:gd name="adj1" fmla="val 0"/>
              <a:gd name="adj2" fmla="val 19922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09577B-A22B-26E0-D04E-33FFE42B7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533" y="1771542"/>
            <a:ext cx="4538818" cy="2509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97"/>
          <p:cNvSpPr/>
          <p:nvPr/>
        </p:nvSpPr>
        <p:spPr>
          <a:xfrm>
            <a:off x="1535050" y="1338175"/>
            <a:ext cx="6073900" cy="29613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9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 FLOW DIAGRAM (DFD)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30F1D3-90FD-B51A-3169-6115F514A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258" y="1596638"/>
            <a:ext cx="5799484" cy="24443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7"/>
          <p:cNvSpPr txBox="1">
            <a:spLocks noGrp="1"/>
          </p:cNvSpPr>
          <p:nvPr>
            <p:ph type="title"/>
          </p:nvPr>
        </p:nvSpPr>
        <p:spPr>
          <a:xfrm>
            <a:off x="1917700" y="2262187"/>
            <a:ext cx="5308599" cy="7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>
              <a:buClr>
                <a:srgbClr val="000000"/>
              </a:buClr>
              <a:buSzPts val="3600"/>
            </a:pPr>
            <a:r>
              <a:rPr lang="en-IN" sz="3200" dirty="0">
                <a:latin typeface="Arial"/>
                <a:ea typeface="Arial"/>
                <a:cs typeface="Arial"/>
                <a:sym typeface="Arial"/>
              </a:rPr>
              <a:t>PERT Chart &amp; Scheduling</a:t>
            </a:r>
          </a:p>
        </p:txBody>
      </p:sp>
      <p:sp>
        <p:nvSpPr>
          <p:cNvPr id="742" name="Google Shape;742;p67"/>
          <p:cNvSpPr txBox="1">
            <a:spLocks noGrp="1"/>
          </p:cNvSpPr>
          <p:nvPr>
            <p:ph type="subTitle" idx="1"/>
          </p:nvPr>
        </p:nvSpPr>
        <p:spPr>
          <a:xfrm>
            <a:off x="1495855" y="3097830"/>
            <a:ext cx="6399600" cy="13044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lvl="0"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Visualizes project task dependencies. </a:t>
            </a:r>
          </a:p>
          <a:p>
            <a:pPr lvl="0"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Identifies the critical development path.</a:t>
            </a:r>
          </a:p>
          <a:p>
            <a:pPr lvl="0"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Organizes sequential and parallel activities. </a:t>
            </a:r>
          </a:p>
          <a:p>
            <a:pPr lvl="0"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Tracks major project milestones. </a:t>
            </a:r>
          </a:p>
          <a:p>
            <a:pPr lvl="0"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Supports efficient resource allocation.</a:t>
            </a:r>
          </a:p>
          <a:p>
            <a:pPr lvl="0" indent="-316979" algn="l">
              <a:lnSpc>
                <a:spcPct val="115000"/>
              </a:lnSpc>
              <a:buSzPts val="1392"/>
              <a:buFont typeface="Bricolage Grotesque"/>
              <a:buChar char="●"/>
            </a:pPr>
            <a:r>
              <a:rPr lang="en-IN" sz="1500" dirty="0">
                <a:latin typeface="Arial"/>
                <a:cs typeface="Arial"/>
              </a:rPr>
              <a:t> Ensures timely project completion.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743" name="Google Shape;743;p67"/>
          <p:cNvGrpSpPr/>
          <p:nvPr/>
        </p:nvGrpSpPr>
        <p:grpSpPr>
          <a:xfrm>
            <a:off x="7510092" y="266538"/>
            <a:ext cx="1154625" cy="1014150"/>
            <a:chOff x="6968225" y="1501913"/>
            <a:chExt cx="1154625" cy="1014150"/>
          </a:xfrm>
        </p:grpSpPr>
        <p:grpSp>
          <p:nvGrpSpPr>
            <p:cNvPr id="744" name="Google Shape;744;p67"/>
            <p:cNvGrpSpPr/>
            <p:nvPr/>
          </p:nvGrpSpPr>
          <p:grpSpPr>
            <a:xfrm flipH="1">
              <a:off x="6968225" y="2085563"/>
              <a:ext cx="1154625" cy="430500"/>
              <a:chOff x="4042650" y="642025"/>
              <a:chExt cx="1154625" cy="430500"/>
            </a:xfrm>
          </p:grpSpPr>
          <p:sp>
            <p:nvSpPr>
              <p:cNvPr id="745" name="Google Shape;745;p67"/>
              <p:cNvSpPr/>
              <p:nvPr/>
            </p:nvSpPr>
            <p:spPr>
              <a:xfrm>
                <a:off x="4042650" y="642025"/>
                <a:ext cx="498000" cy="430500"/>
              </a:xfrm>
              <a:prstGeom prst="snip2DiagRect">
                <a:avLst>
                  <a:gd name="adj1" fmla="val 0"/>
                  <a:gd name="adj2" fmla="val 32236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00013" algn="bl" rotWithShape="0">
                  <a:schemeClr val="l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67"/>
              <p:cNvSpPr/>
              <p:nvPr/>
            </p:nvSpPr>
            <p:spPr>
              <a:xfrm>
                <a:off x="4699275" y="642025"/>
                <a:ext cx="498000" cy="430500"/>
              </a:xfrm>
              <a:prstGeom prst="snip2DiagRect">
                <a:avLst>
                  <a:gd name="adj1" fmla="val 0"/>
                  <a:gd name="adj2" fmla="val 32236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00013" algn="bl" rotWithShape="0">
                  <a:schemeClr val="l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47" name="Google Shape;747;p67"/>
            <p:cNvSpPr/>
            <p:nvPr/>
          </p:nvSpPr>
          <p:spPr>
            <a:xfrm flipH="1">
              <a:off x="7624850" y="1501913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67"/>
          <p:cNvGrpSpPr/>
          <p:nvPr/>
        </p:nvGrpSpPr>
        <p:grpSpPr>
          <a:xfrm rot="5400000">
            <a:off x="-310187" y="4292257"/>
            <a:ext cx="1163678" cy="63949"/>
            <a:chOff x="3779200" y="1371600"/>
            <a:chExt cx="1992600" cy="109501"/>
          </a:xfrm>
        </p:grpSpPr>
        <p:sp>
          <p:nvSpPr>
            <p:cNvPr id="749" name="Google Shape;749;p67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7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7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" name="Google Shape;752;p67"/>
            <p:cNvSpPr/>
            <p:nvPr/>
          </p:nvSpPr>
          <p:spPr>
            <a:xfrm>
              <a:off x="4909059" y="1371601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7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7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62" name="Google Shape;762;p67"/>
          <p:cNvPicPr preferRelativeResize="0"/>
          <p:nvPr/>
        </p:nvPicPr>
        <p:blipFill rotWithShape="1">
          <a:blip r:embed="rId3">
            <a:alphaModFix/>
          </a:blip>
          <a:srcRect t="6539" b="4602"/>
          <a:stretch/>
        </p:blipFill>
        <p:spPr>
          <a:xfrm>
            <a:off x="119061" y="336748"/>
            <a:ext cx="2450718" cy="1621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EED114-E356-1C5D-1A88-84A34E112F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005" y="372340"/>
            <a:ext cx="5239990" cy="1645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867;p72">
            <a:extLst>
              <a:ext uri="{FF2B5EF4-FFF2-40B4-BE49-F238E27FC236}">
                <a16:creationId xmlns:a16="http://schemas.microsoft.com/office/drawing/2014/main" id="{4879E7E4-0BA6-EC9D-DB51-5B7154556217}"/>
              </a:ext>
            </a:extLst>
          </p:cNvPr>
          <p:cNvSpPr/>
          <p:nvPr/>
        </p:nvSpPr>
        <p:spPr>
          <a:xfrm>
            <a:off x="5987669" y="2181023"/>
            <a:ext cx="2331131" cy="1672754"/>
          </a:xfrm>
          <a:prstGeom prst="snip2DiagRect">
            <a:avLst>
              <a:gd name="adj1" fmla="val 1518"/>
              <a:gd name="adj2" fmla="val 24068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57" name="Google Shape;1257;p88"/>
          <p:cNvGrpSpPr/>
          <p:nvPr/>
        </p:nvGrpSpPr>
        <p:grpSpPr>
          <a:xfrm rot="10800000">
            <a:off x="5851379" y="284812"/>
            <a:ext cx="2780508" cy="357877"/>
            <a:chOff x="198225" y="4390550"/>
            <a:chExt cx="3765075" cy="484600"/>
          </a:xfrm>
        </p:grpSpPr>
        <p:sp>
          <p:nvSpPr>
            <p:cNvPr id="1258" name="Google Shape;1258;p88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8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0" name="Google Shape;1260;p88"/>
          <p:cNvSpPr/>
          <p:nvPr/>
        </p:nvSpPr>
        <p:spPr>
          <a:xfrm rot="-5400000" flipH="1">
            <a:off x="8614769" y="355679"/>
            <a:ext cx="3579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4" name="Google Shape;1264;p88"/>
          <p:cNvGrpSpPr/>
          <p:nvPr/>
        </p:nvGrpSpPr>
        <p:grpSpPr>
          <a:xfrm>
            <a:off x="930312" y="606331"/>
            <a:ext cx="685051" cy="654387"/>
            <a:chOff x="930312" y="606331"/>
            <a:chExt cx="685051" cy="654387"/>
          </a:xfrm>
        </p:grpSpPr>
        <p:grpSp>
          <p:nvGrpSpPr>
            <p:cNvPr id="1265" name="Google Shape;1265;p88"/>
            <p:cNvGrpSpPr/>
            <p:nvPr/>
          </p:nvGrpSpPr>
          <p:grpSpPr>
            <a:xfrm>
              <a:off x="930312" y="606331"/>
              <a:ext cx="685039" cy="255416"/>
              <a:chOff x="4042650" y="642025"/>
              <a:chExt cx="1154625" cy="430500"/>
            </a:xfrm>
          </p:grpSpPr>
          <p:sp>
            <p:nvSpPr>
              <p:cNvPr id="1266" name="Google Shape;1266;p88"/>
              <p:cNvSpPr/>
              <p:nvPr/>
            </p:nvSpPr>
            <p:spPr>
              <a:xfrm>
                <a:off x="4042650" y="642025"/>
                <a:ext cx="498000" cy="430500"/>
              </a:xfrm>
              <a:prstGeom prst="snip2DiagRect">
                <a:avLst>
                  <a:gd name="adj1" fmla="val 0"/>
                  <a:gd name="adj2" fmla="val 32236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00013" algn="bl" rotWithShape="0">
                  <a:schemeClr val="l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88"/>
              <p:cNvSpPr/>
              <p:nvPr/>
            </p:nvSpPr>
            <p:spPr>
              <a:xfrm>
                <a:off x="4699275" y="642025"/>
                <a:ext cx="498000" cy="430500"/>
              </a:xfrm>
              <a:prstGeom prst="snip2DiagRect">
                <a:avLst>
                  <a:gd name="adj1" fmla="val 0"/>
                  <a:gd name="adj2" fmla="val 32236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00013" algn="bl" rotWithShape="0">
                  <a:schemeClr val="l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68" name="Google Shape;1268;p88"/>
            <p:cNvSpPr/>
            <p:nvPr/>
          </p:nvSpPr>
          <p:spPr>
            <a:xfrm>
              <a:off x="1319862" y="1005418"/>
              <a:ext cx="295500" cy="2553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B5CA90-EB1B-D8C1-CDB7-2C293579874E}"/>
              </a:ext>
            </a:extLst>
          </p:cNvPr>
          <p:cNvGrpSpPr/>
          <p:nvPr/>
        </p:nvGrpSpPr>
        <p:grpSpPr>
          <a:xfrm>
            <a:off x="689829" y="1656402"/>
            <a:ext cx="5092904" cy="2831699"/>
            <a:chOff x="930312" y="1430289"/>
            <a:chExt cx="5030221" cy="3235084"/>
          </a:xfrm>
        </p:grpSpPr>
        <p:grpSp>
          <p:nvGrpSpPr>
            <p:cNvPr id="1233" name="Google Shape;1233;p88"/>
            <p:cNvGrpSpPr/>
            <p:nvPr/>
          </p:nvGrpSpPr>
          <p:grpSpPr>
            <a:xfrm>
              <a:off x="930312" y="1430289"/>
              <a:ext cx="5030221" cy="3235084"/>
              <a:chOff x="4798087" y="1552143"/>
              <a:chExt cx="3566275" cy="2534207"/>
            </a:xfrm>
          </p:grpSpPr>
          <p:sp>
            <p:nvSpPr>
              <p:cNvPr id="1234" name="Google Shape;1234;p88"/>
              <p:cNvSpPr/>
              <p:nvPr/>
            </p:nvSpPr>
            <p:spPr>
              <a:xfrm>
                <a:off x="4798087" y="1552143"/>
                <a:ext cx="3566275" cy="2534207"/>
              </a:xfrm>
              <a:custGeom>
                <a:avLst/>
                <a:gdLst/>
                <a:ahLst/>
                <a:cxnLst/>
                <a:rect l="l" t="t" r="r" b="b"/>
                <a:pathLst>
                  <a:path w="285017" h="160902" extrusionOk="0">
                    <a:moveTo>
                      <a:pt x="0" y="0"/>
                    </a:moveTo>
                    <a:lnTo>
                      <a:pt x="0" y="160902"/>
                    </a:lnTo>
                    <a:lnTo>
                      <a:pt x="285017" y="160902"/>
                    </a:lnTo>
                    <a:lnTo>
                      <a:pt x="285017" y="0"/>
                    </a:lnTo>
                    <a:close/>
                  </a:path>
                </a:pathLst>
              </a:custGeom>
              <a:solidFill>
                <a:schemeClr val="dk1">
                  <a:alpha val="25600"/>
                </a:schemeClr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35" name="Google Shape;1235;p88"/>
              <p:cNvGrpSpPr/>
              <p:nvPr/>
            </p:nvGrpSpPr>
            <p:grpSpPr>
              <a:xfrm>
                <a:off x="4917463" y="3675819"/>
                <a:ext cx="3321220" cy="60238"/>
                <a:chOff x="4917463" y="3447219"/>
                <a:chExt cx="3321220" cy="60238"/>
              </a:xfrm>
            </p:grpSpPr>
            <p:sp>
              <p:nvSpPr>
                <p:cNvPr id="1236" name="Google Shape;1236;p88"/>
                <p:cNvSpPr/>
                <p:nvPr/>
              </p:nvSpPr>
              <p:spPr>
                <a:xfrm>
                  <a:off x="4917463" y="3466368"/>
                  <a:ext cx="3321220" cy="2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273" h="1468" extrusionOk="0">
                      <a:moveTo>
                        <a:pt x="0" y="1"/>
                      </a:moveTo>
                      <a:lnTo>
                        <a:pt x="0" y="1468"/>
                      </a:lnTo>
                      <a:lnTo>
                        <a:pt x="268273" y="1468"/>
                      </a:lnTo>
                      <a:lnTo>
                        <a:pt x="26827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88"/>
                <p:cNvSpPr/>
                <p:nvPr/>
              </p:nvSpPr>
              <p:spPr>
                <a:xfrm>
                  <a:off x="4978611" y="3447219"/>
                  <a:ext cx="61149" cy="60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5" h="4034" extrusionOk="0">
                      <a:moveTo>
                        <a:pt x="2078" y="1"/>
                      </a:moveTo>
                      <a:cubicBezTo>
                        <a:pt x="917" y="1"/>
                        <a:pt x="0" y="917"/>
                        <a:pt x="0" y="2017"/>
                      </a:cubicBezTo>
                      <a:cubicBezTo>
                        <a:pt x="0" y="3117"/>
                        <a:pt x="917" y="4034"/>
                        <a:pt x="2078" y="4034"/>
                      </a:cubicBezTo>
                      <a:cubicBezTo>
                        <a:pt x="3178" y="4034"/>
                        <a:pt x="4094" y="3117"/>
                        <a:pt x="4094" y="2017"/>
                      </a:cubicBezTo>
                      <a:cubicBezTo>
                        <a:pt x="4094" y="917"/>
                        <a:pt x="3178" y="1"/>
                        <a:pt x="20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38" name="Google Shape;1238;p88"/>
              <p:cNvGrpSpPr/>
              <p:nvPr/>
            </p:nvGrpSpPr>
            <p:grpSpPr>
              <a:xfrm>
                <a:off x="4917499" y="3864613"/>
                <a:ext cx="423670" cy="83351"/>
                <a:chOff x="4917452" y="3559453"/>
                <a:chExt cx="385050" cy="75753"/>
              </a:xfrm>
            </p:grpSpPr>
            <p:sp>
              <p:nvSpPr>
                <p:cNvPr id="1239" name="Google Shape;1239;p88"/>
                <p:cNvSpPr/>
                <p:nvPr/>
              </p:nvSpPr>
              <p:spPr>
                <a:xfrm>
                  <a:off x="4917452" y="3563096"/>
                  <a:ext cx="67540" cy="67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3" h="4523" extrusionOk="0">
                      <a:moveTo>
                        <a:pt x="0" y="1"/>
                      </a:moveTo>
                      <a:lnTo>
                        <a:pt x="0" y="4523"/>
                      </a:lnTo>
                      <a:lnTo>
                        <a:pt x="4522" y="226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88"/>
                <p:cNvSpPr/>
                <p:nvPr/>
              </p:nvSpPr>
              <p:spPr>
                <a:xfrm>
                  <a:off x="5070730" y="3572219"/>
                  <a:ext cx="49292" cy="49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3301" extrusionOk="0">
                      <a:moveTo>
                        <a:pt x="1" y="1"/>
                      </a:moveTo>
                      <a:lnTo>
                        <a:pt x="1" y="3301"/>
                      </a:lnTo>
                      <a:lnTo>
                        <a:pt x="3300" y="165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88"/>
                <p:cNvSpPr/>
                <p:nvPr/>
              </p:nvSpPr>
              <p:spPr>
                <a:xfrm>
                  <a:off x="5121823" y="3572219"/>
                  <a:ext cx="6406" cy="49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3301" extrusionOk="0">
                      <a:moveTo>
                        <a:pt x="1" y="1"/>
                      </a:moveTo>
                      <a:lnTo>
                        <a:pt x="1" y="3301"/>
                      </a:lnTo>
                      <a:lnTo>
                        <a:pt x="428" y="3301"/>
                      </a:lnTo>
                      <a:lnTo>
                        <a:pt x="428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2" name="Google Shape;1242;p88"/>
                <p:cNvSpPr/>
                <p:nvPr/>
              </p:nvSpPr>
              <p:spPr>
                <a:xfrm>
                  <a:off x="5214885" y="3559453"/>
                  <a:ext cx="51129" cy="75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5073" extrusionOk="0">
                      <a:moveTo>
                        <a:pt x="3423" y="0"/>
                      </a:moveTo>
                      <a:lnTo>
                        <a:pt x="1" y="2506"/>
                      </a:lnTo>
                      <a:lnTo>
                        <a:pt x="3423" y="5072"/>
                      </a:lnTo>
                      <a:lnTo>
                        <a:pt x="342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3" name="Google Shape;1243;p88"/>
                <p:cNvSpPr/>
                <p:nvPr/>
              </p:nvSpPr>
              <p:spPr>
                <a:xfrm>
                  <a:off x="5214885" y="3578609"/>
                  <a:ext cx="25564" cy="37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2" h="2506" extrusionOk="0">
                      <a:moveTo>
                        <a:pt x="1" y="0"/>
                      </a:moveTo>
                      <a:lnTo>
                        <a:pt x="1" y="2506"/>
                      </a:lnTo>
                      <a:lnTo>
                        <a:pt x="1712" y="2506"/>
                      </a:lnTo>
                      <a:lnTo>
                        <a:pt x="171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4" name="Google Shape;1244;p88"/>
                <p:cNvSpPr/>
                <p:nvPr/>
              </p:nvSpPr>
              <p:spPr>
                <a:xfrm>
                  <a:off x="5273279" y="3561275"/>
                  <a:ext cx="29223" cy="72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7" h="4829" extrusionOk="0">
                      <a:moveTo>
                        <a:pt x="1" y="0"/>
                      </a:moveTo>
                      <a:lnTo>
                        <a:pt x="1" y="489"/>
                      </a:lnTo>
                      <a:cubicBezTo>
                        <a:pt x="856" y="734"/>
                        <a:pt x="1468" y="1528"/>
                        <a:pt x="1468" y="2384"/>
                      </a:cubicBezTo>
                      <a:cubicBezTo>
                        <a:pt x="1468" y="3300"/>
                        <a:pt x="856" y="4095"/>
                        <a:pt x="1" y="4278"/>
                      </a:cubicBezTo>
                      <a:lnTo>
                        <a:pt x="1" y="4828"/>
                      </a:lnTo>
                      <a:cubicBezTo>
                        <a:pt x="1162" y="4584"/>
                        <a:pt x="1956" y="3606"/>
                        <a:pt x="1956" y="2384"/>
                      </a:cubicBezTo>
                      <a:cubicBezTo>
                        <a:pt x="1956" y="1223"/>
                        <a:pt x="1162" y="245"/>
                        <a:pt x="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88"/>
                <p:cNvSpPr/>
                <p:nvPr/>
              </p:nvSpPr>
              <p:spPr>
                <a:xfrm>
                  <a:off x="5273279" y="3579520"/>
                  <a:ext cx="14619" cy="35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9" h="2384" extrusionOk="0">
                      <a:moveTo>
                        <a:pt x="1" y="1"/>
                      </a:moveTo>
                      <a:lnTo>
                        <a:pt x="1" y="2384"/>
                      </a:lnTo>
                      <a:cubicBezTo>
                        <a:pt x="612" y="2262"/>
                        <a:pt x="979" y="1773"/>
                        <a:pt x="979" y="1162"/>
                      </a:cubicBezTo>
                      <a:cubicBezTo>
                        <a:pt x="979" y="612"/>
                        <a:pt x="612" y="123"/>
                        <a:pt x="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46" name="Google Shape;1246;p88"/>
              <p:cNvGrpSpPr/>
              <p:nvPr/>
            </p:nvGrpSpPr>
            <p:grpSpPr>
              <a:xfrm>
                <a:off x="7777013" y="3860588"/>
                <a:ext cx="461818" cy="91379"/>
                <a:chOff x="7744900" y="3555795"/>
                <a:chExt cx="419720" cy="83049"/>
              </a:xfrm>
            </p:grpSpPr>
            <p:sp>
              <p:nvSpPr>
                <p:cNvPr id="1247" name="Google Shape;1247;p88"/>
                <p:cNvSpPr/>
                <p:nvPr/>
              </p:nvSpPr>
              <p:spPr>
                <a:xfrm>
                  <a:off x="7744900" y="3564007"/>
                  <a:ext cx="104946" cy="65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8" h="4401" extrusionOk="0">
                      <a:moveTo>
                        <a:pt x="6417" y="612"/>
                      </a:moveTo>
                      <a:lnTo>
                        <a:pt x="6417" y="3789"/>
                      </a:lnTo>
                      <a:lnTo>
                        <a:pt x="672" y="3789"/>
                      </a:lnTo>
                      <a:lnTo>
                        <a:pt x="672" y="612"/>
                      </a:lnTo>
                      <a:close/>
                      <a:moveTo>
                        <a:pt x="306" y="1"/>
                      </a:moveTo>
                      <a:cubicBezTo>
                        <a:pt x="183" y="1"/>
                        <a:pt x="0" y="123"/>
                        <a:pt x="0" y="306"/>
                      </a:cubicBezTo>
                      <a:lnTo>
                        <a:pt x="0" y="4095"/>
                      </a:lnTo>
                      <a:cubicBezTo>
                        <a:pt x="0" y="4278"/>
                        <a:pt x="183" y="4401"/>
                        <a:pt x="306" y="4401"/>
                      </a:cubicBezTo>
                      <a:lnTo>
                        <a:pt x="6722" y="4401"/>
                      </a:lnTo>
                      <a:cubicBezTo>
                        <a:pt x="6906" y="4401"/>
                        <a:pt x="7028" y="4278"/>
                        <a:pt x="7028" y="4095"/>
                      </a:cubicBezTo>
                      <a:lnTo>
                        <a:pt x="7028" y="306"/>
                      </a:lnTo>
                      <a:cubicBezTo>
                        <a:pt x="7028" y="123"/>
                        <a:pt x="6906" y="1"/>
                        <a:pt x="672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88"/>
                <p:cNvSpPr/>
                <p:nvPr/>
              </p:nvSpPr>
              <p:spPr>
                <a:xfrm>
                  <a:off x="7916423" y="3556706"/>
                  <a:ext cx="101317" cy="80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5" h="5379" extrusionOk="0">
                      <a:moveTo>
                        <a:pt x="856" y="1"/>
                      </a:moveTo>
                      <a:cubicBezTo>
                        <a:pt x="367" y="1"/>
                        <a:pt x="1" y="429"/>
                        <a:pt x="1" y="917"/>
                      </a:cubicBezTo>
                      <a:lnTo>
                        <a:pt x="429" y="917"/>
                      </a:lnTo>
                      <a:cubicBezTo>
                        <a:pt x="429" y="673"/>
                        <a:pt x="612" y="429"/>
                        <a:pt x="856" y="429"/>
                      </a:cubicBezTo>
                      <a:lnTo>
                        <a:pt x="5928" y="429"/>
                      </a:lnTo>
                      <a:cubicBezTo>
                        <a:pt x="6173" y="429"/>
                        <a:pt x="6417" y="673"/>
                        <a:pt x="6417" y="917"/>
                      </a:cubicBezTo>
                      <a:lnTo>
                        <a:pt x="6417" y="4523"/>
                      </a:lnTo>
                      <a:cubicBezTo>
                        <a:pt x="6417" y="4767"/>
                        <a:pt x="6173" y="4951"/>
                        <a:pt x="5928" y="4951"/>
                      </a:cubicBezTo>
                      <a:lnTo>
                        <a:pt x="4706" y="4951"/>
                      </a:lnTo>
                      <a:lnTo>
                        <a:pt x="4706" y="5378"/>
                      </a:lnTo>
                      <a:lnTo>
                        <a:pt x="5928" y="5378"/>
                      </a:lnTo>
                      <a:cubicBezTo>
                        <a:pt x="6417" y="5378"/>
                        <a:pt x="6784" y="5012"/>
                        <a:pt x="6784" y="4523"/>
                      </a:cubicBezTo>
                      <a:lnTo>
                        <a:pt x="6784" y="917"/>
                      </a:lnTo>
                      <a:cubicBezTo>
                        <a:pt x="6784" y="429"/>
                        <a:pt x="6417" y="1"/>
                        <a:pt x="592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88"/>
                <p:cNvSpPr/>
                <p:nvPr/>
              </p:nvSpPr>
              <p:spPr>
                <a:xfrm>
                  <a:off x="7916423" y="3576787"/>
                  <a:ext cx="59327" cy="59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3" h="3973" extrusionOk="0">
                      <a:moveTo>
                        <a:pt x="1" y="0"/>
                      </a:moveTo>
                      <a:lnTo>
                        <a:pt x="1" y="611"/>
                      </a:lnTo>
                      <a:cubicBezTo>
                        <a:pt x="1834" y="611"/>
                        <a:pt x="3362" y="2078"/>
                        <a:pt x="3362" y="3972"/>
                      </a:cubicBezTo>
                      <a:lnTo>
                        <a:pt x="3973" y="3972"/>
                      </a:lnTo>
                      <a:cubicBezTo>
                        <a:pt x="3973" y="1772"/>
                        <a:pt x="2140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88"/>
                <p:cNvSpPr/>
                <p:nvPr/>
              </p:nvSpPr>
              <p:spPr>
                <a:xfrm>
                  <a:off x="7916423" y="3596854"/>
                  <a:ext cx="39258" cy="39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9" h="2629" extrusionOk="0">
                      <a:moveTo>
                        <a:pt x="1" y="1"/>
                      </a:moveTo>
                      <a:lnTo>
                        <a:pt x="1" y="612"/>
                      </a:lnTo>
                      <a:cubicBezTo>
                        <a:pt x="1101" y="612"/>
                        <a:pt x="2017" y="1528"/>
                        <a:pt x="2017" y="2628"/>
                      </a:cubicBezTo>
                      <a:lnTo>
                        <a:pt x="2629" y="2628"/>
                      </a:lnTo>
                      <a:cubicBezTo>
                        <a:pt x="2629" y="1162"/>
                        <a:pt x="1406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88"/>
                <p:cNvSpPr/>
                <p:nvPr/>
              </p:nvSpPr>
              <p:spPr>
                <a:xfrm>
                  <a:off x="7916423" y="3618758"/>
                  <a:ext cx="16441" cy="17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1" h="1162" extrusionOk="0">
                      <a:moveTo>
                        <a:pt x="1" y="0"/>
                      </a:moveTo>
                      <a:lnTo>
                        <a:pt x="1" y="1161"/>
                      </a:lnTo>
                      <a:lnTo>
                        <a:pt x="1101" y="1161"/>
                      </a:lnTo>
                      <a:cubicBezTo>
                        <a:pt x="1101" y="550"/>
                        <a:pt x="612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88"/>
                <p:cNvSpPr/>
                <p:nvPr/>
              </p:nvSpPr>
              <p:spPr>
                <a:xfrm>
                  <a:off x="8084318" y="3555795"/>
                  <a:ext cx="36510" cy="3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5" h="2446" extrusionOk="0">
                      <a:moveTo>
                        <a:pt x="306" y="1"/>
                      </a:moveTo>
                      <a:cubicBezTo>
                        <a:pt x="122" y="1"/>
                        <a:pt x="0" y="123"/>
                        <a:pt x="0" y="306"/>
                      </a:cubicBezTo>
                      <a:lnTo>
                        <a:pt x="0" y="2140"/>
                      </a:lnTo>
                      <a:cubicBezTo>
                        <a:pt x="0" y="2323"/>
                        <a:pt x="122" y="2445"/>
                        <a:pt x="306" y="2445"/>
                      </a:cubicBezTo>
                      <a:cubicBezTo>
                        <a:pt x="489" y="2445"/>
                        <a:pt x="611" y="2323"/>
                        <a:pt x="611" y="2140"/>
                      </a:cubicBezTo>
                      <a:lnTo>
                        <a:pt x="611" y="612"/>
                      </a:lnTo>
                      <a:lnTo>
                        <a:pt x="2139" y="612"/>
                      </a:lnTo>
                      <a:cubicBezTo>
                        <a:pt x="2322" y="612"/>
                        <a:pt x="2444" y="490"/>
                        <a:pt x="2444" y="306"/>
                      </a:cubicBezTo>
                      <a:cubicBezTo>
                        <a:pt x="2444" y="123"/>
                        <a:pt x="2322" y="1"/>
                        <a:pt x="213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3" name="Google Shape;1253;p88"/>
                <p:cNvSpPr/>
                <p:nvPr/>
              </p:nvSpPr>
              <p:spPr>
                <a:xfrm>
                  <a:off x="8127199" y="3555795"/>
                  <a:ext cx="37421" cy="3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6" h="2446" extrusionOk="0">
                      <a:moveTo>
                        <a:pt x="367" y="1"/>
                      </a:moveTo>
                      <a:cubicBezTo>
                        <a:pt x="184" y="1"/>
                        <a:pt x="0" y="123"/>
                        <a:pt x="0" y="306"/>
                      </a:cubicBezTo>
                      <a:cubicBezTo>
                        <a:pt x="0" y="490"/>
                        <a:pt x="184" y="612"/>
                        <a:pt x="367" y="612"/>
                      </a:cubicBezTo>
                      <a:lnTo>
                        <a:pt x="1834" y="612"/>
                      </a:lnTo>
                      <a:lnTo>
                        <a:pt x="1834" y="2140"/>
                      </a:lnTo>
                      <a:cubicBezTo>
                        <a:pt x="1834" y="2323"/>
                        <a:pt x="2017" y="2445"/>
                        <a:pt x="2139" y="2445"/>
                      </a:cubicBezTo>
                      <a:cubicBezTo>
                        <a:pt x="2322" y="2445"/>
                        <a:pt x="2506" y="2323"/>
                        <a:pt x="2506" y="2140"/>
                      </a:cubicBezTo>
                      <a:lnTo>
                        <a:pt x="2506" y="306"/>
                      </a:lnTo>
                      <a:cubicBezTo>
                        <a:pt x="2506" y="123"/>
                        <a:pt x="2322" y="1"/>
                        <a:pt x="213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4" name="Google Shape;1254;p88"/>
                <p:cNvSpPr/>
                <p:nvPr/>
              </p:nvSpPr>
              <p:spPr>
                <a:xfrm>
                  <a:off x="8127199" y="3602334"/>
                  <a:ext cx="37421" cy="36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6" h="2445" extrusionOk="0">
                      <a:moveTo>
                        <a:pt x="2139" y="0"/>
                      </a:moveTo>
                      <a:cubicBezTo>
                        <a:pt x="2017" y="0"/>
                        <a:pt x="1834" y="123"/>
                        <a:pt x="1834" y="306"/>
                      </a:cubicBezTo>
                      <a:lnTo>
                        <a:pt x="1834" y="1834"/>
                      </a:lnTo>
                      <a:lnTo>
                        <a:pt x="367" y="1834"/>
                      </a:lnTo>
                      <a:cubicBezTo>
                        <a:pt x="184" y="1834"/>
                        <a:pt x="0" y="1956"/>
                        <a:pt x="0" y="2139"/>
                      </a:cubicBezTo>
                      <a:cubicBezTo>
                        <a:pt x="0" y="2322"/>
                        <a:pt x="184" y="2445"/>
                        <a:pt x="367" y="2445"/>
                      </a:cubicBezTo>
                      <a:lnTo>
                        <a:pt x="2139" y="2445"/>
                      </a:lnTo>
                      <a:cubicBezTo>
                        <a:pt x="2322" y="2445"/>
                        <a:pt x="2506" y="2322"/>
                        <a:pt x="2445" y="2139"/>
                      </a:cubicBezTo>
                      <a:lnTo>
                        <a:pt x="2445" y="306"/>
                      </a:lnTo>
                      <a:cubicBezTo>
                        <a:pt x="2445" y="123"/>
                        <a:pt x="2322" y="0"/>
                        <a:pt x="213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88"/>
                <p:cNvSpPr/>
                <p:nvPr/>
              </p:nvSpPr>
              <p:spPr>
                <a:xfrm>
                  <a:off x="8084318" y="3602334"/>
                  <a:ext cx="36510" cy="36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5" h="2445" extrusionOk="0">
                      <a:moveTo>
                        <a:pt x="306" y="0"/>
                      </a:moveTo>
                      <a:cubicBezTo>
                        <a:pt x="122" y="0"/>
                        <a:pt x="0" y="123"/>
                        <a:pt x="0" y="306"/>
                      </a:cubicBezTo>
                      <a:lnTo>
                        <a:pt x="0" y="2139"/>
                      </a:lnTo>
                      <a:cubicBezTo>
                        <a:pt x="0" y="2322"/>
                        <a:pt x="122" y="2445"/>
                        <a:pt x="306" y="2445"/>
                      </a:cubicBezTo>
                      <a:lnTo>
                        <a:pt x="2139" y="2445"/>
                      </a:lnTo>
                      <a:cubicBezTo>
                        <a:pt x="2322" y="2445"/>
                        <a:pt x="2444" y="2322"/>
                        <a:pt x="2444" y="2139"/>
                      </a:cubicBezTo>
                      <a:cubicBezTo>
                        <a:pt x="2444" y="1956"/>
                        <a:pt x="2322" y="1834"/>
                        <a:pt x="2139" y="1834"/>
                      </a:cubicBezTo>
                      <a:lnTo>
                        <a:pt x="611" y="1834"/>
                      </a:lnTo>
                      <a:lnTo>
                        <a:pt x="611" y="306"/>
                      </a:lnTo>
                      <a:cubicBezTo>
                        <a:pt x="611" y="123"/>
                        <a:pt x="489" y="0"/>
                        <a:pt x="30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783E020-7866-3F4F-9491-2A7FCA004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3801" y="1485228"/>
              <a:ext cx="4918656" cy="257381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31" name="Google Shape;884;p73">
            <a:extLst>
              <a:ext uri="{FF2B5EF4-FFF2-40B4-BE49-F238E27FC236}">
                <a16:creationId xmlns:a16="http://schemas.microsoft.com/office/drawing/2014/main" id="{D143E17D-4CBB-5C13-F9AA-72050F27518D}"/>
              </a:ext>
            </a:extLst>
          </p:cNvPr>
          <p:cNvSpPr/>
          <p:nvPr/>
        </p:nvSpPr>
        <p:spPr>
          <a:xfrm>
            <a:off x="6123040" y="2299510"/>
            <a:ext cx="2331131" cy="1676400"/>
          </a:xfrm>
          <a:prstGeom prst="snip2DiagRect">
            <a:avLst>
              <a:gd name="adj1" fmla="val 0"/>
              <a:gd name="adj2" fmla="val 3127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885;p73">
            <a:extLst>
              <a:ext uri="{FF2B5EF4-FFF2-40B4-BE49-F238E27FC236}">
                <a16:creationId xmlns:a16="http://schemas.microsoft.com/office/drawing/2014/main" id="{1F53613B-3AF7-18B9-D673-8D638D2556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1328" y="655399"/>
            <a:ext cx="3948764" cy="7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   Block Diagram</a:t>
            </a:r>
            <a:endParaRPr dirty="0"/>
          </a:p>
        </p:txBody>
      </p:sp>
      <p:sp>
        <p:nvSpPr>
          <p:cNvPr id="33" name="Google Shape;886;p73">
            <a:extLst>
              <a:ext uri="{FF2B5EF4-FFF2-40B4-BE49-F238E27FC236}">
                <a16:creationId xmlns:a16="http://schemas.microsoft.com/office/drawing/2014/main" id="{8C8B0B96-19D4-03F6-A62B-200A25D4A067}"/>
              </a:ext>
            </a:extLst>
          </p:cNvPr>
          <p:cNvSpPr txBox="1">
            <a:spLocks/>
          </p:cNvSpPr>
          <p:nvPr/>
        </p:nvSpPr>
        <p:spPr>
          <a:xfrm>
            <a:off x="6403386" y="2489427"/>
            <a:ext cx="1915414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/>
            <a:r>
              <a:rPr lang="en-IN" dirty="0"/>
              <a:t>Shows data flow between users, AI, backend, database, and frontend modules.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>
          <a:extLst>
            <a:ext uri="{FF2B5EF4-FFF2-40B4-BE49-F238E27FC236}">
              <a16:creationId xmlns:a16="http://schemas.microsoft.com/office/drawing/2014/main" id="{A7CA9E4A-2969-A49B-6840-3156E2B7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867;p72">
            <a:extLst>
              <a:ext uri="{FF2B5EF4-FFF2-40B4-BE49-F238E27FC236}">
                <a16:creationId xmlns:a16="http://schemas.microsoft.com/office/drawing/2014/main" id="{94BC7226-D937-2AFF-AD11-D9A9D59F1064}"/>
              </a:ext>
            </a:extLst>
          </p:cNvPr>
          <p:cNvSpPr/>
          <p:nvPr/>
        </p:nvSpPr>
        <p:spPr>
          <a:xfrm>
            <a:off x="6582853" y="2108548"/>
            <a:ext cx="2331131" cy="1672754"/>
          </a:xfrm>
          <a:prstGeom prst="snip2DiagRect">
            <a:avLst>
              <a:gd name="adj1" fmla="val 1518"/>
              <a:gd name="adj2" fmla="val 24068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57" name="Google Shape;1257;p88">
            <a:extLst>
              <a:ext uri="{FF2B5EF4-FFF2-40B4-BE49-F238E27FC236}">
                <a16:creationId xmlns:a16="http://schemas.microsoft.com/office/drawing/2014/main" id="{B21877A2-1A80-8962-7901-B84E3D71868F}"/>
              </a:ext>
            </a:extLst>
          </p:cNvPr>
          <p:cNvGrpSpPr/>
          <p:nvPr/>
        </p:nvGrpSpPr>
        <p:grpSpPr>
          <a:xfrm rot="10800000">
            <a:off x="5851379" y="284812"/>
            <a:ext cx="2780508" cy="357877"/>
            <a:chOff x="198225" y="4390550"/>
            <a:chExt cx="3765075" cy="484600"/>
          </a:xfrm>
        </p:grpSpPr>
        <p:sp>
          <p:nvSpPr>
            <p:cNvPr id="1258" name="Google Shape;1258;p88">
              <a:extLst>
                <a:ext uri="{FF2B5EF4-FFF2-40B4-BE49-F238E27FC236}">
                  <a16:creationId xmlns:a16="http://schemas.microsoft.com/office/drawing/2014/main" id="{E53AE1A4-A09C-E572-8029-E0C86E072552}"/>
                </a:ext>
              </a:extLst>
            </p:cNvPr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8">
              <a:extLst>
                <a:ext uri="{FF2B5EF4-FFF2-40B4-BE49-F238E27FC236}">
                  <a16:creationId xmlns:a16="http://schemas.microsoft.com/office/drawing/2014/main" id="{0A88B009-8DDB-FA51-BBF6-05D81E543E88}"/>
                </a:ext>
              </a:extLst>
            </p:cNvPr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0" name="Google Shape;1260;p88">
            <a:extLst>
              <a:ext uri="{FF2B5EF4-FFF2-40B4-BE49-F238E27FC236}">
                <a16:creationId xmlns:a16="http://schemas.microsoft.com/office/drawing/2014/main" id="{E6E1B994-6D1A-A6C1-A980-13FEFE7EFCD8}"/>
              </a:ext>
            </a:extLst>
          </p:cNvPr>
          <p:cNvSpPr/>
          <p:nvPr/>
        </p:nvSpPr>
        <p:spPr>
          <a:xfrm rot="-5400000" flipH="1">
            <a:off x="8614769" y="355679"/>
            <a:ext cx="3579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4" name="Google Shape;1264;p88">
            <a:extLst>
              <a:ext uri="{FF2B5EF4-FFF2-40B4-BE49-F238E27FC236}">
                <a16:creationId xmlns:a16="http://schemas.microsoft.com/office/drawing/2014/main" id="{4B6A36F6-6E13-1EA2-C14E-F67BD50DE86D}"/>
              </a:ext>
            </a:extLst>
          </p:cNvPr>
          <p:cNvGrpSpPr/>
          <p:nvPr/>
        </p:nvGrpSpPr>
        <p:grpSpPr>
          <a:xfrm>
            <a:off x="930312" y="606331"/>
            <a:ext cx="685051" cy="654387"/>
            <a:chOff x="930312" y="606331"/>
            <a:chExt cx="685051" cy="654387"/>
          </a:xfrm>
        </p:grpSpPr>
        <p:grpSp>
          <p:nvGrpSpPr>
            <p:cNvPr id="1265" name="Google Shape;1265;p88">
              <a:extLst>
                <a:ext uri="{FF2B5EF4-FFF2-40B4-BE49-F238E27FC236}">
                  <a16:creationId xmlns:a16="http://schemas.microsoft.com/office/drawing/2014/main" id="{C9CF8941-6A73-C5F3-33A8-D2608045D4DC}"/>
                </a:ext>
              </a:extLst>
            </p:cNvPr>
            <p:cNvGrpSpPr/>
            <p:nvPr/>
          </p:nvGrpSpPr>
          <p:grpSpPr>
            <a:xfrm>
              <a:off x="930312" y="606331"/>
              <a:ext cx="685039" cy="255416"/>
              <a:chOff x="4042650" y="642025"/>
              <a:chExt cx="1154625" cy="430500"/>
            </a:xfrm>
          </p:grpSpPr>
          <p:sp>
            <p:nvSpPr>
              <p:cNvPr id="1266" name="Google Shape;1266;p88">
                <a:extLst>
                  <a:ext uri="{FF2B5EF4-FFF2-40B4-BE49-F238E27FC236}">
                    <a16:creationId xmlns:a16="http://schemas.microsoft.com/office/drawing/2014/main" id="{50105E65-8B0E-15E7-BCBB-E1C1F5223F6B}"/>
                  </a:ext>
                </a:extLst>
              </p:cNvPr>
              <p:cNvSpPr/>
              <p:nvPr/>
            </p:nvSpPr>
            <p:spPr>
              <a:xfrm>
                <a:off x="4042650" y="642025"/>
                <a:ext cx="498000" cy="430500"/>
              </a:xfrm>
              <a:prstGeom prst="snip2DiagRect">
                <a:avLst>
                  <a:gd name="adj1" fmla="val 0"/>
                  <a:gd name="adj2" fmla="val 32236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00013" algn="bl" rotWithShape="0">
                  <a:schemeClr val="l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88">
                <a:extLst>
                  <a:ext uri="{FF2B5EF4-FFF2-40B4-BE49-F238E27FC236}">
                    <a16:creationId xmlns:a16="http://schemas.microsoft.com/office/drawing/2014/main" id="{6D6CDBB3-3A0A-BCD1-1E23-ABAE769506BB}"/>
                  </a:ext>
                </a:extLst>
              </p:cNvPr>
              <p:cNvSpPr/>
              <p:nvPr/>
            </p:nvSpPr>
            <p:spPr>
              <a:xfrm>
                <a:off x="4699275" y="642025"/>
                <a:ext cx="498000" cy="430500"/>
              </a:xfrm>
              <a:prstGeom prst="snip2DiagRect">
                <a:avLst>
                  <a:gd name="adj1" fmla="val 0"/>
                  <a:gd name="adj2" fmla="val 32236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00013" algn="bl" rotWithShape="0">
                  <a:schemeClr val="l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68" name="Google Shape;1268;p88">
              <a:extLst>
                <a:ext uri="{FF2B5EF4-FFF2-40B4-BE49-F238E27FC236}">
                  <a16:creationId xmlns:a16="http://schemas.microsoft.com/office/drawing/2014/main" id="{7F4BA2A2-EE3C-BDE1-CC26-D88810744900}"/>
                </a:ext>
              </a:extLst>
            </p:cNvPr>
            <p:cNvSpPr/>
            <p:nvPr/>
          </p:nvSpPr>
          <p:spPr>
            <a:xfrm>
              <a:off x="1319862" y="1005418"/>
              <a:ext cx="295500" cy="2553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884;p73">
            <a:extLst>
              <a:ext uri="{FF2B5EF4-FFF2-40B4-BE49-F238E27FC236}">
                <a16:creationId xmlns:a16="http://schemas.microsoft.com/office/drawing/2014/main" id="{3306760E-62AC-99FA-7B33-EF4C718BD067}"/>
              </a:ext>
            </a:extLst>
          </p:cNvPr>
          <p:cNvSpPr/>
          <p:nvPr/>
        </p:nvSpPr>
        <p:spPr>
          <a:xfrm>
            <a:off x="6514926" y="1809723"/>
            <a:ext cx="2331131" cy="1676400"/>
          </a:xfrm>
          <a:prstGeom prst="snip2DiagRect">
            <a:avLst>
              <a:gd name="adj1" fmla="val 0"/>
              <a:gd name="adj2" fmla="val 3127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885;p73">
            <a:extLst>
              <a:ext uri="{FF2B5EF4-FFF2-40B4-BE49-F238E27FC236}">
                <a16:creationId xmlns:a16="http://schemas.microsoft.com/office/drawing/2014/main" id="{8F3478EC-7CB3-CD44-178F-0B5CF0F37C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1328" y="655399"/>
            <a:ext cx="3948764" cy="7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   ER Diagram</a:t>
            </a:r>
            <a:endParaRPr dirty="0"/>
          </a:p>
        </p:txBody>
      </p:sp>
      <p:sp>
        <p:nvSpPr>
          <p:cNvPr id="33" name="Google Shape;886;p73">
            <a:extLst>
              <a:ext uri="{FF2B5EF4-FFF2-40B4-BE49-F238E27FC236}">
                <a16:creationId xmlns:a16="http://schemas.microsoft.com/office/drawing/2014/main" id="{C5A5B3C5-AD39-C7C4-4DBB-F53FF0D51697}"/>
              </a:ext>
            </a:extLst>
          </p:cNvPr>
          <p:cNvSpPr txBox="1">
            <a:spLocks/>
          </p:cNvSpPr>
          <p:nvPr/>
        </p:nvSpPr>
        <p:spPr>
          <a:xfrm>
            <a:off x="6878305" y="2429075"/>
            <a:ext cx="1915414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/>
            <a:r>
              <a:rPr lang="en-IN" dirty="0"/>
              <a:t>Vitaely Database Architecture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891A7F-4B1B-BA98-CE9F-F497845C90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6"/>
          <a:stretch>
            <a:fillRect/>
          </a:stretch>
        </p:blipFill>
        <p:spPr bwMode="auto">
          <a:xfrm>
            <a:off x="819969" y="1596476"/>
            <a:ext cx="5389134" cy="30899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6457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9"/>
          <p:cNvSpPr txBox="1">
            <a:spLocks noGrp="1"/>
          </p:cNvSpPr>
          <p:nvPr>
            <p:ph type="title"/>
          </p:nvPr>
        </p:nvSpPr>
        <p:spPr>
          <a:xfrm>
            <a:off x="720000" y="438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Resume Builder</a:t>
            </a:r>
            <a:endParaRPr dirty="0"/>
          </a:p>
        </p:txBody>
      </p:sp>
      <p:sp>
        <p:nvSpPr>
          <p:cNvPr id="1011" name="Google Shape;1011;p79"/>
          <p:cNvSpPr txBox="1">
            <a:spLocks noGrp="1"/>
          </p:cNvSpPr>
          <p:nvPr>
            <p:ph type="subTitle" idx="6"/>
          </p:nvPr>
        </p:nvSpPr>
        <p:spPr>
          <a:xfrm>
            <a:off x="238483" y="3415928"/>
            <a:ext cx="2497876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>
                <a:sym typeface="IBM Plex Sans"/>
              </a:rPr>
              <a:t>AI Content Enhancement</a:t>
            </a:r>
            <a:endParaRPr dirty="0">
              <a:sym typeface="IBM Plex Sans"/>
            </a:endParaRPr>
          </a:p>
        </p:txBody>
      </p:sp>
      <p:sp>
        <p:nvSpPr>
          <p:cNvPr id="1012" name="Google Shape;1012;p79"/>
          <p:cNvSpPr txBox="1">
            <a:spLocks noGrp="1"/>
          </p:cNvSpPr>
          <p:nvPr>
            <p:ph type="title" idx="2"/>
          </p:nvPr>
        </p:nvSpPr>
        <p:spPr>
          <a:xfrm>
            <a:off x="489402" y="1596317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r>
              <a:rPr lang="en-IN" sz="1400" b="0" dirty="0">
                <a:latin typeface="IBM Plex Sans Medium"/>
                <a:sym typeface="IBM Plex Sans Medium"/>
              </a:rPr>
              <a:t>50+ Resume Templates</a:t>
            </a:r>
            <a:endParaRPr sz="1400" b="0" dirty="0">
              <a:latin typeface="IBM Plex Sans Medium"/>
              <a:sym typeface="IBM Plex Sans Medium"/>
            </a:endParaRPr>
          </a:p>
        </p:txBody>
      </p:sp>
      <p:sp>
        <p:nvSpPr>
          <p:cNvPr id="1013" name="Google Shape;1013;p79"/>
          <p:cNvSpPr txBox="1">
            <a:spLocks noGrp="1"/>
          </p:cNvSpPr>
          <p:nvPr>
            <p:ph type="subTitle" idx="1"/>
          </p:nvPr>
        </p:nvSpPr>
        <p:spPr>
          <a:xfrm>
            <a:off x="477352" y="1907635"/>
            <a:ext cx="21888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AI Resume Builder</a:t>
            </a:r>
            <a:endParaRPr dirty="0"/>
          </a:p>
        </p:txBody>
      </p:sp>
      <p:sp>
        <p:nvSpPr>
          <p:cNvPr id="1014" name="Google Shape;1014;p79"/>
          <p:cNvSpPr txBox="1">
            <a:spLocks noGrp="1"/>
          </p:cNvSpPr>
          <p:nvPr>
            <p:ph type="title" idx="3"/>
          </p:nvPr>
        </p:nvSpPr>
        <p:spPr>
          <a:xfrm>
            <a:off x="498657" y="2363024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SzPts val="1400"/>
            </a:pPr>
            <a:r>
              <a:rPr lang="en-IN" sz="1400" b="0" dirty="0">
                <a:latin typeface="IBM Plex Sans Medium"/>
                <a:sym typeface="IBM Plex Sans Medium"/>
              </a:rPr>
              <a:t>Professional Summary</a:t>
            </a:r>
            <a:endParaRPr sz="1400" b="0" dirty="0">
              <a:latin typeface="IBM Plex Sans Medium"/>
              <a:sym typeface="IBM Plex Sans Medium"/>
            </a:endParaRPr>
          </a:p>
        </p:txBody>
      </p:sp>
      <p:sp>
        <p:nvSpPr>
          <p:cNvPr id="1015" name="Google Shape;1015;p79"/>
          <p:cNvSpPr txBox="1">
            <a:spLocks noGrp="1"/>
          </p:cNvSpPr>
          <p:nvPr>
            <p:ph type="subTitle" idx="4"/>
          </p:nvPr>
        </p:nvSpPr>
        <p:spPr>
          <a:xfrm>
            <a:off x="6067458" y="1742160"/>
            <a:ext cx="21888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Skills Optimization</a:t>
            </a:r>
            <a:endParaRPr dirty="0"/>
          </a:p>
        </p:txBody>
      </p:sp>
      <p:sp>
        <p:nvSpPr>
          <p:cNvPr id="1016" name="Google Shape;1016;p79"/>
          <p:cNvSpPr txBox="1">
            <a:spLocks noGrp="1"/>
          </p:cNvSpPr>
          <p:nvPr>
            <p:ph type="title" idx="5"/>
          </p:nvPr>
        </p:nvSpPr>
        <p:spPr>
          <a:xfrm>
            <a:off x="200012" y="3137451"/>
            <a:ext cx="233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r>
              <a:rPr lang="en-IN" sz="1400" b="0" dirty="0">
                <a:latin typeface="IBM Plex Sans Medium"/>
                <a:sym typeface="IBM Plex Sans Medium"/>
              </a:rPr>
              <a:t>Auto Resume Fill</a:t>
            </a:r>
            <a:endParaRPr sz="1400" b="0" dirty="0">
              <a:latin typeface="IBM Plex Sans Medium"/>
              <a:sym typeface="IBM Plex Sans Medium"/>
            </a:endParaRPr>
          </a:p>
        </p:txBody>
      </p:sp>
      <p:sp>
        <p:nvSpPr>
          <p:cNvPr id="1017" name="Google Shape;1017;p79"/>
          <p:cNvSpPr txBox="1">
            <a:spLocks noGrp="1"/>
          </p:cNvSpPr>
          <p:nvPr>
            <p:ph type="title" idx="7"/>
          </p:nvPr>
        </p:nvSpPr>
        <p:spPr>
          <a:xfrm>
            <a:off x="6186822" y="2146375"/>
            <a:ext cx="2188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r>
              <a:rPr lang="en-IN" sz="1400" b="0">
                <a:latin typeface="IBM Plex Sans Medium"/>
                <a:sym typeface="IBM Plex Sans Medium"/>
              </a:rPr>
              <a:t>Project Summarization</a:t>
            </a:r>
            <a:endParaRPr sz="1400" b="0" dirty="0">
              <a:latin typeface="IBM Plex Sans Medium"/>
              <a:sym typeface="IBM Plex Sans Medium"/>
            </a:endParaRPr>
          </a:p>
        </p:txBody>
      </p:sp>
      <p:sp>
        <p:nvSpPr>
          <p:cNvPr id="1018" name="Google Shape;1018;p79"/>
          <p:cNvSpPr txBox="1">
            <a:spLocks noGrp="1"/>
          </p:cNvSpPr>
          <p:nvPr>
            <p:ph type="subTitle" idx="8"/>
          </p:nvPr>
        </p:nvSpPr>
        <p:spPr>
          <a:xfrm>
            <a:off x="6183504" y="2380636"/>
            <a:ext cx="2461839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>
                <a:sym typeface="IBM Plex Sans"/>
              </a:rPr>
              <a:t>Auto Section Categorization</a:t>
            </a:r>
            <a:endParaRPr dirty="0">
              <a:sym typeface="IBM Plex Sans"/>
            </a:endParaRPr>
          </a:p>
        </p:txBody>
      </p:sp>
      <p:sp>
        <p:nvSpPr>
          <p:cNvPr id="1019" name="Google Shape;1019;p79"/>
          <p:cNvSpPr/>
          <p:nvPr/>
        </p:nvSpPr>
        <p:spPr>
          <a:xfrm>
            <a:off x="2520763" y="1362186"/>
            <a:ext cx="981000" cy="9807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20" name="Google Shape;1020;p79"/>
          <p:cNvSpPr/>
          <p:nvPr/>
        </p:nvSpPr>
        <p:spPr>
          <a:xfrm>
            <a:off x="2422635" y="3159487"/>
            <a:ext cx="981000" cy="9807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21" name="Google Shape;1021;p79"/>
          <p:cNvSpPr/>
          <p:nvPr/>
        </p:nvSpPr>
        <p:spPr>
          <a:xfrm>
            <a:off x="5212823" y="1486377"/>
            <a:ext cx="981000" cy="9807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22" name="Google Shape;1022;p79"/>
          <p:cNvSpPr/>
          <p:nvPr/>
        </p:nvSpPr>
        <p:spPr>
          <a:xfrm>
            <a:off x="5286279" y="3197625"/>
            <a:ext cx="981000" cy="9807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023" name="Google Shape;1023;p79"/>
          <p:cNvGrpSpPr/>
          <p:nvPr/>
        </p:nvGrpSpPr>
        <p:grpSpPr>
          <a:xfrm>
            <a:off x="3991955" y="1403987"/>
            <a:ext cx="1160092" cy="63948"/>
            <a:chOff x="3779200" y="1371600"/>
            <a:chExt cx="1992600" cy="109500"/>
          </a:xfrm>
        </p:grpSpPr>
        <p:sp>
          <p:nvSpPr>
            <p:cNvPr id="1024" name="Google Shape;1024;p79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79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79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79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79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79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79"/>
          <p:cNvGrpSpPr/>
          <p:nvPr/>
        </p:nvGrpSpPr>
        <p:grpSpPr>
          <a:xfrm>
            <a:off x="552441" y="704670"/>
            <a:ext cx="2125761" cy="273605"/>
            <a:chOff x="198225" y="4390550"/>
            <a:chExt cx="3765075" cy="484600"/>
          </a:xfrm>
        </p:grpSpPr>
        <p:sp>
          <p:nvSpPr>
            <p:cNvPr id="1031" name="Google Shape;1031;p79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79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79"/>
          <p:cNvGrpSpPr/>
          <p:nvPr/>
        </p:nvGrpSpPr>
        <p:grpSpPr>
          <a:xfrm flipH="1">
            <a:off x="6476991" y="1194320"/>
            <a:ext cx="2125761" cy="273605"/>
            <a:chOff x="198225" y="4390550"/>
            <a:chExt cx="3765075" cy="484600"/>
          </a:xfrm>
        </p:grpSpPr>
        <p:sp>
          <p:nvSpPr>
            <p:cNvPr id="1034" name="Google Shape;1034;p79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79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9FEDF9A-19BB-385A-85E4-5E457B095E7E}"/>
              </a:ext>
            </a:extLst>
          </p:cNvPr>
          <p:cNvSpPr txBox="1"/>
          <p:nvPr/>
        </p:nvSpPr>
        <p:spPr>
          <a:xfrm>
            <a:off x="539058" y="3933914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lt1"/>
              </a:buClr>
              <a:buSzPts val="1400"/>
            </a:pPr>
            <a:r>
              <a:rPr lang="en-IN" dirty="0">
                <a:solidFill>
                  <a:schemeClr val="lt1"/>
                </a:solidFill>
                <a:latin typeface="IBM Plex Sans Medium"/>
              </a:rPr>
              <a:t>Experience Enhancement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7F943-E2D9-1CF1-8413-586536C37381}"/>
              </a:ext>
            </a:extLst>
          </p:cNvPr>
          <p:cNvSpPr txBox="1"/>
          <p:nvPr/>
        </p:nvSpPr>
        <p:spPr>
          <a:xfrm>
            <a:off x="6359501" y="3636781"/>
            <a:ext cx="20252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lt1"/>
              </a:buClr>
              <a:buSzPts val="1400"/>
            </a:pPr>
            <a:r>
              <a:rPr lang="en-IN" dirty="0">
                <a:solidFill>
                  <a:schemeClr val="lt1"/>
                </a:solidFill>
                <a:latin typeface="IBM Plex Sans Medium"/>
              </a:rPr>
              <a:t>ATS-Friendly Format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39119-FA50-42EF-AB71-EB6CB62FF133}"/>
              </a:ext>
            </a:extLst>
          </p:cNvPr>
          <p:cNvSpPr txBox="1"/>
          <p:nvPr/>
        </p:nvSpPr>
        <p:spPr>
          <a:xfrm>
            <a:off x="6267279" y="3329004"/>
            <a:ext cx="22097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lt1"/>
              </a:buClr>
              <a:buSzPts val="1400"/>
            </a:pPr>
            <a:r>
              <a:rPr lang="en-IN" dirty="0">
                <a:solidFill>
                  <a:schemeClr val="lt1"/>
                </a:solidFill>
                <a:latin typeface="IBM Plex Sans Medium"/>
                <a:sym typeface="IBM Plex Sans"/>
              </a:rPr>
              <a:t>Real-Time Preview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18A828-FBBD-CDA7-5A25-CACD609976AE}"/>
              </a:ext>
            </a:extLst>
          </p:cNvPr>
          <p:cNvSpPr txBox="1"/>
          <p:nvPr/>
        </p:nvSpPr>
        <p:spPr>
          <a:xfrm>
            <a:off x="6254225" y="3997280"/>
            <a:ext cx="2664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lt1"/>
              </a:buClr>
              <a:buSzPts val="1400"/>
            </a:pPr>
            <a:r>
              <a:rPr lang="en-IN" dirty="0">
                <a:solidFill>
                  <a:schemeClr val="lt1"/>
                </a:solidFill>
                <a:latin typeface="IBM Plex Sans Medium"/>
                <a:sym typeface="IBM Plex Sans"/>
              </a:rPr>
              <a:t>PDF Resume Download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5504D2-8F59-FE2D-EBB5-FE7497598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857" y="1915711"/>
            <a:ext cx="3063487" cy="1734126"/>
          </a:xfrm>
          <a:prstGeom prst="rect">
            <a:avLst/>
          </a:prstGeom>
        </p:spPr>
      </p:pic>
      <p:sp>
        <p:nvSpPr>
          <p:cNvPr id="6" name="Google Shape;3778;p114">
            <a:extLst>
              <a:ext uri="{FF2B5EF4-FFF2-40B4-BE49-F238E27FC236}">
                <a16:creationId xmlns:a16="http://schemas.microsoft.com/office/drawing/2014/main" id="{843999D4-DEB8-1EEB-83E1-6A57F3CB4BD4}"/>
              </a:ext>
            </a:extLst>
          </p:cNvPr>
          <p:cNvSpPr/>
          <p:nvPr/>
        </p:nvSpPr>
        <p:spPr>
          <a:xfrm rot="5400000">
            <a:off x="6721283" y="996840"/>
            <a:ext cx="1355662" cy="2846306"/>
          </a:xfrm>
          <a:prstGeom prst="snip2DiagRect">
            <a:avLst>
              <a:gd name="adj1" fmla="val 0"/>
              <a:gd name="adj2" fmla="val 16672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778;p114">
            <a:extLst>
              <a:ext uri="{FF2B5EF4-FFF2-40B4-BE49-F238E27FC236}">
                <a16:creationId xmlns:a16="http://schemas.microsoft.com/office/drawing/2014/main" id="{844CE46F-F7D8-083E-F7E3-97C64E6794A3}"/>
              </a:ext>
            </a:extLst>
          </p:cNvPr>
          <p:cNvSpPr/>
          <p:nvPr/>
        </p:nvSpPr>
        <p:spPr>
          <a:xfrm rot="5400000">
            <a:off x="6719670" y="2375257"/>
            <a:ext cx="1280845" cy="2846306"/>
          </a:xfrm>
          <a:prstGeom prst="snip2DiagRect">
            <a:avLst>
              <a:gd name="adj1" fmla="val 0"/>
              <a:gd name="adj2" fmla="val 16672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778;p114">
            <a:extLst>
              <a:ext uri="{FF2B5EF4-FFF2-40B4-BE49-F238E27FC236}">
                <a16:creationId xmlns:a16="http://schemas.microsoft.com/office/drawing/2014/main" id="{45FAB2EB-E17C-CE09-BB98-8688ADCEB04C}"/>
              </a:ext>
            </a:extLst>
          </p:cNvPr>
          <p:cNvSpPr/>
          <p:nvPr/>
        </p:nvSpPr>
        <p:spPr>
          <a:xfrm rot="5400000">
            <a:off x="913017" y="998132"/>
            <a:ext cx="1389522" cy="2545315"/>
          </a:xfrm>
          <a:prstGeom prst="snip2DiagRect">
            <a:avLst>
              <a:gd name="adj1" fmla="val 0"/>
              <a:gd name="adj2" fmla="val 16672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778;p114">
            <a:extLst>
              <a:ext uri="{FF2B5EF4-FFF2-40B4-BE49-F238E27FC236}">
                <a16:creationId xmlns:a16="http://schemas.microsoft.com/office/drawing/2014/main" id="{997ADDBE-4BEC-C378-615F-769F66BA0EC9}"/>
              </a:ext>
            </a:extLst>
          </p:cNvPr>
          <p:cNvSpPr/>
          <p:nvPr/>
        </p:nvSpPr>
        <p:spPr>
          <a:xfrm rot="5400000">
            <a:off x="965022" y="2523418"/>
            <a:ext cx="1285513" cy="2545315"/>
          </a:xfrm>
          <a:prstGeom prst="snip2DiagRect">
            <a:avLst>
              <a:gd name="adj1" fmla="val 0"/>
              <a:gd name="adj2" fmla="val 16672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93"/>
          <p:cNvSpPr/>
          <p:nvPr/>
        </p:nvSpPr>
        <p:spPr>
          <a:xfrm>
            <a:off x="620875" y="1493650"/>
            <a:ext cx="2781900" cy="27819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algn="bl" rotWithShape="0">
              <a:schemeClr val="lt1">
                <a:alpha val="5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93"/>
          <p:cNvSpPr/>
          <p:nvPr/>
        </p:nvSpPr>
        <p:spPr>
          <a:xfrm>
            <a:off x="3180675" y="1493650"/>
            <a:ext cx="2781900" cy="27819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algn="bl" rotWithShape="0">
              <a:schemeClr val="lt1">
                <a:alpha val="5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93"/>
          <p:cNvSpPr/>
          <p:nvPr/>
        </p:nvSpPr>
        <p:spPr>
          <a:xfrm>
            <a:off x="5718275" y="1493650"/>
            <a:ext cx="2781900" cy="27819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algn="bl" rotWithShape="0">
              <a:schemeClr val="lt1">
                <a:alpha val="5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9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Portfolio Website Generator</a:t>
            </a:r>
            <a:endParaRPr dirty="0"/>
          </a:p>
        </p:txBody>
      </p:sp>
      <p:sp>
        <p:nvSpPr>
          <p:cNvPr id="1371" name="Google Shape;1371;p93"/>
          <p:cNvSpPr txBox="1">
            <a:spLocks noGrp="1"/>
          </p:cNvSpPr>
          <p:nvPr>
            <p:ph type="title" idx="2"/>
          </p:nvPr>
        </p:nvSpPr>
        <p:spPr>
          <a:xfrm>
            <a:off x="890875" y="235844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Auto Import</a:t>
            </a:r>
            <a:endParaRPr sz="2000" dirty="0"/>
          </a:p>
        </p:txBody>
      </p:sp>
      <p:sp>
        <p:nvSpPr>
          <p:cNvPr id="1372" name="Google Shape;1372;p93"/>
          <p:cNvSpPr txBox="1">
            <a:spLocks noGrp="1"/>
          </p:cNvSpPr>
          <p:nvPr>
            <p:ph type="subTitle" idx="1"/>
          </p:nvPr>
        </p:nvSpPr>
        <p:spPr>
          <a:xfrm>
            <a:off x="890875" y="2977509"/>
            <a:ext cx="2241900" cy="7734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Automatically imports resume information</a:t>
            </a:r>
            <a:endParaRPr dirty="0"/>
          </a:p>
        </p:txBody>
      </p:sp>
      <p:sp>
        <p:nvSpPr>
          <p:cNvPr id="1373" name="Google Shape;1373;p93"/>
          <p:cNvSpPr txBox="1">
            <a:spLocks noGrp="1"/>
          </p:cNvSpPr>
          <p:nvPr>
            <p:ph type="title" idx="3"/>
          </p:nvPr>
        </p:nvSpPr>
        <p:spPr>
          <a:xfrm>
            <a:off x="3439563" y="235844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Content Enhancement</a:t>
            </a:r>
          </a:p>
        </p:txBody>
      </p:sp>
      <p:sp>
        <p:nvSpPr>
          <p:cNvPr id="1374" name="Google Shape;1374;p93"/>
          <p:cNvSpPr txBox="1">
            <a:spLocks noGrp="1"/>
          </p:cNvSpPr>
          <p:nvPr>
            <p:ph type="subTitle" idx="4"/>
          </p:nvPr>
        </p:nvSpPr>
        <p:spPr>
          <a:xfrm>
            <a:off x="3439563" y="3027990"/>
            <a:ext cx="2241900" cy="90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Improves portfolio content using AI</a:t>
            </a:r>
            <a:endParaRPr dirty="0"/>
          </a:p>
        </p:txBody>
      </p:sp>
      <p:sp>
        <p:nvSpPr>
          <p:cNvPr id="1375" name="Google Shape;1375;p93"/>
          <p:cNvSpPr txBox="1">
            <a:spLocks noGrp="1"/>
          </p:cNvSpPr>
          <p:nvPr>
            <p:ph type="title" idx="5"/>
          </p:nvPr>
        </p:nvSpPr>
        <p:spPr>
          <a:xfrm>
            <a:off x="5988275" y="2358440"/>
            <a:ext cx="2241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Skill Categorization</a:t>
            </a:r>
            <a:endParaRPr sz="2000" dirty="0"/>
          </a:p>
        </p:txBody>
      </p:sp>
      <p:sp>
        <p:nvSpPr>
          <p:cNvPr id="1376" name="Google Shape;1376;p93"/>
          <p:cNvSpPr txBox="1">
            <a:spLocks noGrp="1"/>
          </p:cNvSpPr>
          <p:nvPr>
            <p:ph type="subTitle" idx="6"/>
          </p:nvPr>
        </p:nvSpPr>
        <p:spPr>
          <a:xfrm>
            <a:off x="6010475" y="3131412"/>
            <a:ext cx="2219700" cy="8014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Groups skills into categories automatically</a:t>
            </a:r>
            <a:endParaRPr dirty="0"/>
          </a:p>
        </p:txBody>
      </p:sp>
      <p:grpSp>
        <p:nvGrpSpPr>
          <p:cNvPr id="1377" name="Google Shape;1377;p93"/>
          <p:cNvGrpSpPr/>
          <p:nvPr/>
        </p:nvGrpSpPr>
        <p:grpSpPr>
          <a:xfrm>
            <a:off x="1831886" y="1899906"/>
            <a:ext cx="359878" cy="367165"/>
            <a:chOff x="-65129950" y="2646800"/>
            <a:chExt cx="311125" cy="317425"/>
          </a:xfrm>
        </p:grpSpPr>
        <p:sp>
          <p:nvSpPr>
            <p:cNvPr id="1378" name="Google Shape;1378;p93"/>
            <p:cNvSpPr/>
            <p:nvPr/>
          </p:nvSpPr>
          <p:spPr>
            <a:xfrm>
              <a:off x="-65129950" y="2646800"/>
              <a:ext cx="311125" cy="317425"/>
            </a:xfrm>
            <a:custGeom>
              <a:avLst/>
              <a:gdLst/>
              <a:ahLst/>
              <a:cxnLst/>
              <a:rect l="l" t="t" r="r" b="b"/>
              <a:pathLst>
                <a:path w="12445" h="12697" extrusionOk="0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93"/>
            <p:cNvSpPr/>
            <p:nvPr/>
          </p:nvSpPr>
          <p:spPr>
            <a:xfrm>
              <a:off x="-65066950" y="2738175"/>
              <a:ext cx="187475" cy="185100"/>
            </a:xfrm>
            <a:custGeom>
              <a:avLst/>
              <a:gdLst/>
              <a:ahLst/>
              <a:cxnLst/>
              <a:rect l="l" t="t" r="r" b="b"/>
              <a:pathLst>
                <a:path w="7499" h="7404" extrusionOk="0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" name="Google Shape;1380;p93"/>
          <p:cNvGrpSpPr/>
          <p:nvPr/>
        </p:nvGrpSpPr>
        <p:grpSpPr>
          <a:xfrm>
            <a:off x="4376019" y="1898981"/>
            <a:ext cx="368987" cy="369016"/>
            <a:chOff x="-63252250" y="1930850"/>
            <a:chExt cx="319000" cy="319025"/>
          </a:xfrm>
        </p:grpSpPr>
        <p:sp>
          <p:nvSpPr>
            <p:cNvPr id="1381" name="Google Shape;1381;p93"/>
            <p:cNvSpPr/>
            <p:nvPr/>
          </p:nvSpPr>
          <p:spPr>
            <a:xfrm>
              <a:off x="-63252250" y="1930850"/>
              <a:ext cx="319000" cy="319025"/>
            </a:xfrm>
            <a:custGeom>
              <a:avLst/>
              <a:gdLst/>
              <a:ahLst/>
              <a:cxnLst/>
              <a:rect l="l" t="t" r="r" b="b"/>
              <a:pathLst>
                <a:path w="12760" h="12761" extrusionOk="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93"/>
            <p:cNvSpPr/>
            <p:nvPr/>
          </p:nvSpPr>
          <p:spPr>
            <a:xfrm>
              <a:off x="-63160900" y="202142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3" name="Google Shape;1383;p93"/>
          <p:cNvSpPr/>
          <p:nvPr/>
        </p:nvSpPr>
        <p:spPr>
          <a:xfrm>
            <a:off x="6949326" y="1900354"/>
            <a:ext cx="319799" cy="366269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93"/>
          <p:cNvSpPr/>
          <p:nvPr/>
        </p:nvSpPr>
        <p:spPr>
          <a:xfrm>
            <a:off x="3180665" y="4275556"/>
            <a:ext cx="380700" cy="3291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93"/>
          <p:cNvSpPr/>
          <p:nvPr/>
        </p:nvSpPr>
        <p:spPr>
          <a:xfrm>
            <a:off x="8168940" y="1241406"/>
            <a:ext cx="380700" cy="3291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" name="Google Shape;1157;p85"/>
          <p:cNvGrpSpPr/>
          <p:nvPr/>
        </p:nvGrpSpPr>
        <p:grpSpPr>
          <a:xfrm>
            <a:off x="713125" y="1502187"/>
            <a:ext cx="2487357" cy="2850842"/>
            <a:chOff x="713125" y="1502158"/>
            <a:chExt cx="2487357" cy="2693539"/>
          </a:xfrm>
        </p:grpSpPr>
        <p:sp>
          <p:nvSpPr>
            <p:cNvPr id="1158" name="Google Shape;1158;p85"/>
            <p:cNvSpPr/>
            <p:nvPr/>
          </p:nvSpPr>
          <p:spPr>
            <a:xfrm>
              <a:off x="713125" y="1502158"/>
              <a:ext cx="2426920" cy="2632152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" name="Google Shape;1159;p85"/>
            <p:cNvSpPr/>
            <p:nvPr/>
          </p:nvSpPr>
          <p:spPr>
            <a:xfrm>
              <a:off x="773482" y="1563497"/>
              <a:ext cx="2427000" cy="2632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85"/>
          <p:cNvGrpSpPr/>
          <p:nvPr/>
        </p:nvGrpSpPr>
        <p:grpSpPr>
          <a:xfrm>
            <a:off x="3381838" y="1417289"/>
            <a:ext cx="2487357" cy="3324953"/>
            <a:chOff x="3324919" y="1502158"/>
            <a:chExt cx="2487357" cy="2693539"/>
          </a:xfrm>
        </p:grpSpPr>
        <p:sp>
          <p:nvSpPr>
            <p:cNvPr id="1161" name="Google Shape;1161;p85"/>
            <p:cNvSpPr/>
            <p:nvPr/>
          </p:nvSpPr>
          <p:spPr>
            <a:xfrm>
              <a:off x="3324919" y="1502158"/>
              <a:ext cx="2426920" cy="2632152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" name="Google Shape;1162;p85"/>
            <p:cNvSpPr/>
            <p:nvPr/>
          </p:nvSpPr>
          <p:spPr>
            <a:xfrm>
              <a:off x="3385276" y="1563497"/>
              <a:ext cx="2427000" cy="2632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3" name="Google Shape;1163;p85"/>
          <p:cNvGrpSpPr/>
          <p:nvPr/>
        </p:nvGrpSpPr>
        <p:grpSpPr>
          <a:xfrm>
            <a:off x="5936712" y="1502187"/>
            <a:ext cx="2487357" cy="2850842"/>
            <a:chOff x="5936712" y="1502158"/>
            <a:chExt cx="2487357" cy="2693539"/>
          </a:xfrm>
        </p:grpSpPr>
        <p:sp>
          <p:nvSpPr>
            <p:cNvPr id="1164" name="Google Shape;1164;p85"/>
            <p:cNvSpPr/>
            <p:nvPr/>
          </p:nvSpPr>
          <p:spPr>
            <a:xfrm>
              <a:off x="5936712" y="1502158"/>
              <a:ext cx="2426920" cy="2632152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" name="Google Shape;1165;p85"/>
            <p:cNvSpPr/>
            <p:nvPr/>
          </p:nvSpPr>
          <p:spPr>
            <a:xfrm>
              <a:off x="5997070" y="1563497"/>
              <a:ext cx="2427000" cy="2632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6" name="Google Shape;1166;p85"/>
          <p:cNvSpPr txBox="1">
            <a:spLocks noGrp="1"/>
          </p:cNvSpPr>
          <p:nvPr>
            <p:ph type="title" idx="6"/>
          </p:nvPr>
        </p:nvSpPr>
        <p:spPr>
          <a:xfrm>
            <a:off x="982485" y="1820917"/>
            <a:ext cx="1948629" cy="11640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500"/>
            </a:pPr>
            <a:r>
              <a:rPr lang="en-IN" sz="2000" dirty="0"/>
              <a:t>Multiple Portfolio Templates</a:t>
            </a:r>
            <a:endParaRPr sz="2000" dirty="0"/>
          </a:p>
        </p:txBody>
      </p:sp>
      <p:sp>
        <p:nvSpPr>
          <p:cNvPr id="1169" name="Google Shape;1169;p85"/>
          <p:cNvSpPr txBox="1">
            <a:spLocks noGrp="1"/>
          </p:cNvSpPr>
          <p:nvPr>
            <p:ph type="subTitle" idx="1"/>
          </p:nvPr>
        </p:nvSpPr>
        <p:spPr>
          <a:xfrm>
            <a:off x="999049" y="3232055"/>
            <a:ext cx="1915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Choose from modern portfolio designs</a:t>
            </a:r>
            <a:endParaRPr dirty="0"/>
          </a:p>
        </p:txBody>
      </p:sp>
      <p:sp>
        <p:nvSpPr>
          <p:cNvPr id="1171" name="Google Shape;1171;p85"/>
          <p:cNvSpPr txBox="1">
            <a:spLocks noGrp="1"/>
          </p:cNvSpPr>
          <p:nvPr>
            <p:ph type="subTitle" idx="3"/>
          </p:nvPr>
        </p:nvSpPr>
        <p:spPr>
          <a:xfrm>
            <a:off x="3637548" y="3307348"/>
            <a:ext cx="1915500" cy="1314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Download the sources code of portfolio</a:t>
            </a:r>
          </a:p>
        </p:txBody>
      </p:sp>
      <p:sp>
        <p:nvSpPr>
          <p:cNvPr id="1172" name="Google Shape;1172;p85"/>
          <p:cNvSpPr txBox="1">
            <a:spLocks noGrp="1"/>
          </p:cNvSpPr>
          <p:nvPr>
            <p:ph type="subTitle" idx="5"/>
          </p:nvPr>
        </p:nvSpPr>
        <p:spPr>
          <a:xfrm>
            <a:off x="6252818" y="3097445"/>
            <a:ext cx="1915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Generate professional portfolio instantly</a:t>
            </a:r>
            <a:endParaRPr dirty="0"/>
          </a:p>
        </p:txBody>
      </p:sp>
      <p:sp>
        <p:nvSpPr>
          <p:cNvPr id="1173" name="Google Shape;1173;p85"/>
          <p:cNvSpPr txBox="1">
            <a:spLocks noGrp="1"/>
          </p:cNvSpPr>
          <p:nvPr>
            <p:ph type="title" idx="7"/>
          </p:nvPr>
        </p:nvSpPr>
        <p:spPr>
          <a:xfrm>
            <a:off x="3979652" y="4068491"/>
            <a:ext cx="1324800" cy="602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2500"/>
            </a:pPr>
            <a:r>
              <a:rPr lang="en-IN" sz="2000" dirty="0"/>
              <a:t>Portfolio code</a:t>
            </a:r>
            <a:endParaRPr sz="2000" dirty="0"/>
          </a:p>
        </p:txBody>
      </p:sp>
      <p:sp>
        <p:nvSpPr>
          <p:cNvPr id="1174" name="Google Shape;1174;p85"/>
          <p:cNvSpPr txBox="1">
            <a:spLocks noGrp="1"/>
          </p:cNvSpPr>
          <p:nvPr>
            <p:ph type="title" idx="8"/>
          </p:nvPr>
        </p:nvSpPr>
        <p:spPr>
          <a:xfrm>
            <a:off x="6369687" y="2151203"/>
            <a:ext cx="1681763" cy="4548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Portfolio Generation</a:t>
            </a:r>
            <a:endParaRPr sz="2000" dirty="0"/>
          </a:p>
        </p:txBody>
      </p:sp>
      <p:sp>
        <p:nvSpPr>
          <p:cNvPr id="1175" name="Google Shape;1175;p85"/>
          <p:cNvSpPr txBox="1">
            <a:spLocks noGrp="1"/>
          </p:cNvSpPr>
          <p:nvPr>
            <p:ph type="title" idx="9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Portfolio Website Generator</a:t>
            </a:r>
            <a:endParaRPr dirty="0"/>
          </a:p>
        </p:txBody>
      </p:sp>
      <p:grpSp>
        <p:nvGrpSpPr>
          <p:cNvPr id="1197" name="Google Shape;1197;p85"/>
          <p:cNvGrpSpPr/>
          <p:nvPr/>
        </p:nvGrpSpPr>
        <p:grpSpPr>
          <a:xfrm rot="10800000" flipH="1">
            <a:off x="6196316" y="73631"/>
            <a:ext cx="2947684" cy="527672"/>
            <a:chOff x="1358103" y="3291921"/>
            <a:chExt cx="3368397" cy="603054"/>
          </a:xfrm>
        </p:grpSpPr>
        <p:sp>
          <p:nvSpPr>
            <p:cNvPr id="1198" name="Google Shape;1198;p85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5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0" name="Google Shape;1200;p85"/>
          <p:cNvGrpSpPr/>
          <p:nvPr/>
        </p:nvGrpSpPr>
        <p:grpSpPr>
          <a:xfrm flipH="1">
            <a:off x="0" y="1046900"/>
            <a:ext cx="2829910" cy="370389"/>
            <a:chOff x="1358103" y="3291921"/>
            <a:chExt cx="3368397" cy="603054"/>
          </a:xfrm>
        </p:grpSpPr>
        <p:sp>
          <p:nvSpPr>
            <p:cNvPr id="1201" name="Google Shape;1201;p85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5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A597835-B07B-EA5E-CADE-D742FEEF55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791" y="1471864"/>
            <a:ext cx="3644896" cy="1826181"/>
          </a:xfrm>
          <a:prstGeom prst="rect">
            <a:avLst/>
          </a:prstGeom>
        </p:spPr>
      </p:pic>
      <p:sp>
        <p:nvSpPr>
          <p:cNvPr id="4" name="Google Shape;1523;p99">
            <a:extLst>
              <a:ext uri="{FF2B5EF4-FFF2-40B4-BE49-F238E27FC236}">
                <a16:creationId xmlns:a16="http://schemas.microsoft.com/office/drawing/2014/main" id="{92A898BB-4FAE-1961-D70F-7AE84E49C5DD}"/>
              </a:ext>
            </a:extLst>
          </p:cNvPr>
          <p:cNvSpPr/>
          <p:nvPr/>
        </p:nvSpPr>
        <p:spPr>
          <a:xfrm>
            <a:off x="2702246" y="1429441"/>
            <a:ext cx="3723954" cy="1928439"/>
          </a:xfrm>
          <a:prstGeom prst="snip2DiagRect">
            <a:avLst>
              <a:gd name="adj1" fmla="val 0"/>
              <a:gd name="adj2" fmla="val 1853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99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ATS Score Checker</a:t>
            </a:r>
            <a:endParaRPr dirty="0"/>
          </a:p>
        </p:txBody>
      </p:sp>
      <p:sp>
        <p:nvSpPr>
          <p:cNvPr id="1502" name="Google Shape;1502;p99"/>
          <p:cNvSpPr txBox="1">
            <a:spLocks noGrp="1"/>
          </p:cNvSpPr>
          <p:nvPr>
            <p:ph type="title" idx="5"/>
          </p:nvPr>
        </p:nvSpPr>
        <p:spPr>
          <a:xfrm>
            <a:off x="720105" y="3550125"/>
            <a:ext cx="5294439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Improvement</a:t>
            </a:r>
            <a:endParaRPr sz="2000" dirty="0"/>
          </a:p>
        </p:txBody>
      </p:sp>
      <p:sp>
        <p:nvSpPr>
          <p:cNvPr id="1503" name="Google Shape;1503;p99"/>
          <p:cNvSpPr txBox="1">
            <a:spLocks noGrp="1"/>
          </p:cNvSpPr>
          <p:nvPr>
            <p:ph type="title" idx="2"/>
          </p:nvPr>
        </p:nvSpPr>
        <p:spPr>
          <a:xfrm>
            <a:off x="720106" y="1809875"/>
            <a:ext cx="2689016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Resume Upload</a:t>
            </a:r>
            <a:endParaRPr sz="2000" dirty="0"/>
          </a:p>
        </p:txBody>
      </p:sp>
      <p:sp>
        <p:nvSpPr>
          <p:cNvPr id="1504" name="Google Shape;1504;p99"/>
          <p:cNvSpPr txBox="1">
            <a:spLocks noGrp="1"/>
          </p:cNvSpPr>
          <p:nvPr>
            <p:ph type="subTitle" idx="1"/>
          </p:nvPr>
        </p:nvSpPr>
        <p:spPr>
          <a:xfrm>
            <a:off x="720006" y="224825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Upload PDF or DOCX resume</a:t>
            </a:r>
            <a:endParaRPr dirty="0"/>
          </a:p>
        </p:txBody>
      </p:sp>
      <p:sp>
        <p:nvSpPr>
          <p:cNvPr id="1505" name="Google Shape;1505;p99"/>
          <p:cNvSpPr txBox="1">
            <a:spLocks noGrp="1"/>
          </p:cNvSpPr>
          <p:nvPr>
            <p:ph type="title" idx="3"/>
          </p:nvPr>
        </p:nvSpPr>
        <p:spPr>
          <a:xfrm>
            <a:off x="2908824" y="1786654"/>
            <a:ext cx="3407163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000" dirty="0"/>
              <a:t>Score Analysis</a:t>
            </a:r>
            <a:endParaRPr sz="2000" dirty="0"/>
          </a:p>
        </p:txBody>
      </p:sp>
      <p:sp>
        <p:nvSpPr>
          <p:cNvPr id="1506" name="Google Shape;1506;p99"/>
          <p:cNvSpPr txBox="1">
            <a:spLocks noGrp="1"/>
          </p:cNvSpPr>
          <p:nvPr>
            <p:ph type="subTitle" idx="4"/>
          </p:nvPr>
        </p:nvSpPr>
        <p:spPr>
          <a:xfrm>
            <a:off x="2908806" y="2225029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Analyse resume ATS compatibility instantly</a:t>
            </a:r>
            <a:endParaRPr dirty="0"/>
          </a:p>
        </p:txBody>
      </p:sp>
      <p:sp>
        <p:nvSpPr>
          <p:cNvPr id="1507" name="Google Shape;1507;p99"/>
          <p:cNvSpPr txBox="1">
            <a:spLocks noGrp="1"/>
          </p:cNvSpPr>
          <p:nvPr>
            <p:ph type="subTitle" idx="6"/>
          </p:nvPr>
        </p:nvSpPr>
        <p:spPr>
          <a:xfrm>
            <a:off x="720006" y="3988500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Suggests resume content improvements automatically</a:t>
            </a:r>
            <a:endParaRPr dirty="0"/>
          </a:p>
        </p:txBody>
      </p:sp>
      <p:sp>
        <p:nvSpPr>
          <p:cNvPr id="1508" name="Google Shape;1508;p99"/>
          <p:cNvSpPr txBox="1">
            <a:spLocks noGrp="1"/>
          </p:cNvSpPr>
          <p:nvPr>
            <p:ph type="title" idx="7"/>
          </p:nvPr>
        </p:nvSpPr>
        <p:spPr>
          <a:xfrm>
            <a:off x="2908806" y="3599878"/>
            <a:ext cx="4063145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Recent History</a:t>
            </a:r>
            <a:endParaRPr sz="2000" dirty="0"/>
          </a:p>
        </p:txBody>
      </p:sp>
      <p:sp>
        <p:nvSpPr>
          <p:cNvPr id="1509" name="Google Shape;1509;p99"/>
          <p:cNvSpPr txBox="1">
            <a:spLocks noGrp="1"/>
          </p:cNvSpPr>
          <p:nvPr>
            <p:ph type="subTitle" idx="8"/>
          </p:nvPr>
        </p:nvSpPr>
        <p:spPr>
          <a:xfrm>
            <a:off x="2908806" y="3965279"/>
            <a:ext cx="2188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Displays last five ATS reports</a:t>
            </a:r>
            <a:endParaRPr dirty="0"/>
          </a:p>
        </p:txBody>
      </p:sp>
      <p:grpSp>
        <p:nvGrpSpPr>
          <p:cNvPr id="1510" name="Google Shape;1510;p99"/>
          <p:cNvGrpSpPr/>
          <p:nvPr/>
        </p:nvGrpSpPr>
        <p:grpSpPr>
          <a:xfrm>
            <a:off x="802462" y="3159486"/>
            <a:ext cx="358056" cy="369913"/>
            <a:chOff x="-62148000" y="1930075"/>
            <a:chExt cx="309550" cy="319800"/>
          </a:xfrm>
        </p:grpSpPr>
        <p:sp>
          <p:nvSpPr>
            <p:cNvPr id="1511" name="Google Shape;1511;p99"/>
            <p:cNvSpPr/>
            <p:nvPr/>
          </p:nvSpPr>
          <p:spPr>
            <a:xfrm>
              <a:off x="-62148000" y="1930075"/>
              <a:ext cx="309550" cy="319800"/>
            </a:xfrm>
            <a:custGeom>
              <a:avLst/>
              <a:gdLst/>
              <a:ahLst/>
              <a:cxnLst/>
              <a:rect l="l" t="t" r="r" b="b"/>
              <a:pathLst>
                <a:path w="12382" h="12792" extrusionOk="0">
                  <a:moveTo>
                    <a:pt x="11594" y="1670"/>
                  </a:moveTo>
                  <a:lnTo>
                    <a:pt x="11594" y="2899"/>
                  </a:lnTo>
                  <a:cubicBezTo>
                    <a:pt x="11594" y="3970"/>
                    <a:pt x="10775" y="4883"/>
                    <a:pt x="9735" y="4946"/>
                  </a:cubicBezTo>
                  <a:cubicBezTo>
                    <a:pt x="9861" y="4631"/>
                    <a:pt x="9924" y="4190"/>
                    <a:pt x="9924" y="3781"/>
                  </a:cubicBezTo>
                  <a:lnTo>
                    <a:pt x="9924" y="1670"/>
                  </a:lnTo>
                  <a:close/>
                  <a:moveTo>
                    <a:pt x="2489" y="1733"/>
                  </a:moveTo>
                  <a:lnTo>
                    <a:pt x="2489" y="3812"/>
                  </a:lnTo>
                  <a:cubicBezTo>
                    <a:pt x="2489" y="4253"/>
                    <a:pt x="2584" y="4631"/>
                    <a:pt x="2678" y="5041"/>
                  </a:cubicBezTo>
                  <a:cubicBezTo>
                    <a:pt x="1638" y="4915"/>
                    <a:pt x="851" y="4033"/>
                    <a:pt x="851" y="2993"/>
                  </a:cubicBezTo>
                  <a:lnTo>
                    <a:pt x="851" y="1733"/>
                  </a:lnTo>
                  <a:close/>
                  <a:moveTo>
                    <a:pt x="9105" y="882"/>
                  </a:moveTo>
                  <a:lnTo>
                    <a:pt x="9105" y="3812"/>
                  </a:lnTo>
                  <a:cubicBezTo>
                    <a:pt x="9105" y="5419"/>
                    <a:pt x="7813" y="6679"/>
                    <a:pt x="6207" y="6679"/>
                  </a:cubicBezTo>
                  <a:cubicBezTo>
                    <a:pt x="4600" y="6679"/>
                    <a:pt x="3308" y="5387"/>
                    <a:pt x="3308" y="3812"/>
                  </a:cubicBezTo>
                  <a:lnTo>
                    <a:pt x="3308" y="882"/>
                  </a:lnTo>
                  <a:close/>
                  <a:moveTo>
                    <a:pt x="6648" y="7467"/>
                  </a:moveTo>
                  <a:lnTo>
                    <a:pt x="6648" y="8601"/>
                  </a:lnTo>
                  <a:lnTo>
                    <a:pt x="5797" y="8601"/>
                  </a:lnTo>
                  <a:lnTo>
                    <a:pt x="5797" y="7467"/>
                  </a:lnTo>
                  <a:cubicBezTo>
                    <a:pt x="5923" y="7467"/>
                    <a:pt x="6081" y="7498"/>
                    <a:pt x="6207" y="7498"/>
                  </a:cubicBezTo>
                  <a:cubicBezTo>
                    <a:pt x="6301" y="7498"/>
                    <a:pt x="6459" y="7498"/>
                    <a:pt x="6648" y="7467"/>
                  </a:cubicBezTo>
                  <a:close/>
                  <a:moveTo>
                    <a:pt x="7057" y="9389"/>
                  </a:moveTo>
                  <a:cubicBezTo>
                    <a:pt x="7309" y="9389"/>
                    <a:pt x="7498" y="9609"/>
                    <a:pt x="7498" y="9830"/>
                  </a:cubicBezTo>
                  <a:lnTo>
                    <a:pt x="7498" y="10271"/>
                  </a:lnTo>
                  <a:lnTo>
                    <a:pt x="5009" y="10271"/>
                  </a:lnTo>
                  <a:lnTo>
                    <a:pt x="5009" y="9830"/>
                  </a:lnTo>
                  <a:lnTo>
                    <a:pt x="4978" y="9830"/>
                  </a:lnTo>
                  <a:cubicBezTo>
                    <a:pt x="4978" y="9609"/>
                    <a:pt x="5167" y="9389"/>
                    <a:pt x="5419" y="9389"/>
                  </a:cubicBezTo>
                  <a:close/>
                  <a:moveTo>
                    <a:pt x="8727" y="11090"/>
                  </a:moveTo>
                  <a:cubicBezTo>
                    <a:pt x="8948" y="11090"/>
                    <a:pt x="9105" y="11279"/>
                    <a:pt x="9105" y="11499"/>
                  </a:cubicBezTo>
                  <a:lnTo>
                    <a:pt x="9105" y="11909"/>
                  </a:lnTo>
                  <a:lnTo>
                    <a:pt x="3308" y="11909"/>
                  </a:lnTo>
                  <a:lnTo>
                    <a:pt x="3308" y="11499"/>
                  </a:lnTo>
                  <a:cubicBezTo>
                    <a:pt x="3308" y="11247"/>
                    <a:pt x="3529" y="11090"/>
                    <a:pt x="3718" y="11090"/>
                  </a:cubicBezTo>
                  <a:close/>
                  <a:moveTo>
                    <a:pt x="2899" y="0"/>
                  </a:moveTo>
                  <a:cubicBezTo>
                    <a:pt x="2647" y="0"/>
                    <a:pt x="2489" y="189"/>
                    <a:pt x="2489" y="410"/>
                  </a:cubicBezTo>
                  <a:lnTo>
                    <a:pt x="2489" y="819"/>
                  </a:lnTo>
                  <a:lnTo>
                    <a:pt x="410" y="819"/>
                  </a:lnTo>
                  <a:cubicBezTo>
                    <a:pt x="221" y="882"/>
                    <a:pt x="0" y="1040"/>
                    <a:pt x="0" y="1292"/>
                  </a:cubicBezTo>
                  <a:lnTo>
                    <a:pt x="0" y="2930"/>
                  </a:lnTo>
                  <a:cubicBezTo>
                    <a:pt x="0" y="4568"/>
                    <a:pt x="1323" y="5860"/>
                    <a:pt x="2930" y="5860"/>
                  </a:cubicBezTo>
                  <a:lnTo>
                    <a:pt x="3119" y="5860"/>
                  </a:lnTo>
                  <a:cubicBezTo>
                    <a:pt x="3560" y="6522"/>
                    <a:pt x="4222" y="7026"/>
                    <a:pt x="4978" y="7309"/>
                  </a:cubicBezTo>
                  <a:lnTo>
                    <a:pt x="4978" y="8695"/>
                  </a:lnTo>
                  <a:cubicBezTo>
                    <a:pt x="4505" y="8853"/>
                    <a:pt x="4159" y="9326"/>
                    <a:pt x="4159" y="9861"/>
                  </a:cubicBezTo>
                  <a:lnTo>
                    <a:pt x="4159" y="10302"/>
                  </a:lnTo>
                  <a:lnTo>
                    <a:pt x="3749" y="10302"/>
                  </a:lnTo>
                  <a:cubicBezTo>
                    <a:pt x="3088" y="10302"/>
                    <a:pt x="2521" y="10869"/>
                    <a:pt x="2521" y="11531"/>
                  </a:cubicBezTo>
                  <a:lnTo>
                    <a:pt x="2521" y="12350"/>
                  </a:lnTo>
                  <a:cubicBezTo>
                    <a:pt x="2521" y="12571"/>
                    <a:pt x="2741" y="12791"/>
                    <a:pt x="2930" y="12791"/>
                  </a:cubicBezTo>
                  <a:lnTo>
                    <a:pt x="9546" y="12791"/>
                  </a:lnTo>
                  <a:cubicBezTo>
                    <a:pt x="9767" y="12791"/>
                    <a:pt x="9924" y="12571"/>
                    <a:pt x="9924" y="12350"/>
                  </a:cubicBezTo>
                  <a:lnTo>
                    <a:pt x="9924" y="11499"/>
                  </a:lnTo>
                  <a:cubicBezTo>
                    <a:pt x="9924" y="10806"/>
                    <a:pt x="9389" y="10271"/>
                    <a:pt x="8727" y="10271"/>
                  </a:cubicBezTo>
                  <a:lnTo>
                    <a:pt x="8286" y="10271"/>
                  </a:lnTo>
                  <a:lnTo>
                    <a:pt x="8286" y="9830"/>
                  </a:lnTo>
                  <a:cubicBezTo>
                    <a:pt x="8286" y="9294"/>
                    <a:pt x="7939" y="8853"/>
                    <a:pt x="7467" y="8664"/>
                  </a:cubicBezTo>
                  <a:lnTo>
                    <a:pt x="7467" y="7278"/>
                  </a:lnTo>
                  <a:cubicBezTo>
                    <a:pt x="8191" y="6994"/>
                    <a:pt x="8885" y="6490"/>
                    <a:pt x="9294" y="5828"/>
                  </a:cubicBezTo>
                  <a:lnTo>
                    <a:pt x="9515" y="5828"/>
                  </a:lnTo>
                  <a:cubicBezTo>
                    <a:pt x="11121" y="5828"/>
                    <a:pt x="12382" y="4505"/>
                    <a:pt x="12382" y="2899"/>
                  </a:cubicBezTo>
                  <a:lnTo>
                    <a:pt x="12382" y="1260"/>
                  </a:lnTo>
                  <a:cubicBezTo>
                    <a:pt x="12382" y="1008"/>
                    <a:pt x="12193" y="819"/>
                    <a:pt x="11972" y="819"/>
                  </a:cubicBezTo>
                  <a:lnTo>
                    <a:pt x="9893" y="819"/>
                  </a:lnTo>
                  <a:lnTo>
                    <a:pt x="9893" y="410"/>
                  </a:lnTo>
                  <a:cubicBezTo>
                    <a:pt x="9893" y="189"/>
                    <a:pt x="9704" y="0"/>
                    <a:pt x="9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99"/>
            <p:cNvSpPr/>
            <p:nvPr/>
          </p:nvSpPr>
          <p:spPr>
            <a:xfrm>
              <a:off x="-62044825" y="1972200"/>
              <a:ext cx="107125" cy="97700"/>
            </a:xfrm>
            <a:custGeom>
              <a:avLst/>
              <a:gdLst/>
              <a:ahLst/>
              <a:cxnLst/>
              <a:rect l="l" t="t" r="r" b="b"/>
              <a:pathLst>
                <a:path w="4285" h="3908" extrusionOk="0">
                  <a:moveTo>
                    <a:pt x="2111" y="1308"/>
                  </a:moveTo>
                  <a:lnTo>
                    <a:pt x="2237" y="1560"/>
                  </a:lnTo>
                  <a:cubicBezTo>
                    <a:pt x="2300" y="1686"/>
                    <a:pt x="2395" y="1781"/>
                    <a:pt x="2552" y="1812"/>
                  </a:cubicBezTo>
                  <a:lnTo>
                    <a:pt x="2867" y="1844"/>
                  </a:lnTo>
                  <a:lnTo>
                    <a:pt x="2615" y="2033"/>
                  </a:lnTo>
                  <a:cubicBezTo>
                    <a:pt x="2552" y="2127"/>
                    <a:pt x="2458" y="2285"/>
                    <a:pt x="2521" y="2411"/>
                  </a:cubicBezTo>
                  <a:lnTo>
                    <a:pt x="2552" y="2726"/>
                  </a:lnTo>
                  <a:lnTo>
                    <a:pt x="2269" y="2568"/>
                  </a:lnTo>
                  <a:cubicBezTo>
                    <a:pt x="2206" y="2505"/>
                    <a:pt x="2143" y="2505"/>
                    <a:pt x="2080" y="2505"/>
                  </a:cubicBezTo>
                  <a:cubicBezTo>
                    <a:pt x="1985" y="2505"/>
                    <a:pt x="1954" y="2505"/>
                    <a:pt x="1891" y="2568"/>
                  </a:cubicBezTo>
                  <a:lnTo>
                    <a:pt x="1607" y="2726"/>
                  </a:lnTo>
                  <a:lnTo>
                    <a:pt x="1639" y="2411"/>
                  </a:lnTo>
                  <a:cubicBezTo>
                    <a:pt x="1670" y="2285"/>
                    <a:pt x="1607" y="2127"/>
                    <a:pt x="1513" y="2033"/>
                  </a:cubicBezTo>
                  <a:lnTo>
                    <a:pt x="1292" y="1844"/>
                  </a:lnTo>
                  <a:lnTo>
                    <a:pt x="1670" y="1812"/>
                  </a:lnTo>
                  <a:cubicBezTo>
                    <a:pt x="1796" y="1812"/>
                    <a:pt x="1922" y="1686"/>
                    <a:pt x="1985" y="1560"/>
                  </a:cubicBezTo>
                  <a:lnTo>
                    <a:pt x="2111" y="1308"/>
                  </a:lnTo>
                  <a:close/>
                  <a:moveTo>
                    <a:pt x="2143" y="1"/>
                  </a:moveTo>
                  <a:cubicBezTo>
                    <a:pt x="1993" y="1"/>
                    <a:pt x="1843" y="79"/>
                    <a:pt x="1765" y="237"/>
                  </a:cubicBezTo>
                  <a:lnTo>
                    <a:pt x="1355" y="1056"/>
                  </a:lnTo>
                  <a:lnTo>
                    <a:pt x="473" y="1182"/>
                  </a:lnTo>
                  <a:cubicBezTo>
                    <a:pt x="95" y="1214"/>
                    <a:pt x="0" y="1655"/>
                    <a:pt x="221" y="1875"/>
                  </a:cubicBezTo>
                  <a:lnTo>
                    <a:pt x="851" y="2505"/>
                  </a:lnTo>
                  <a:lnTo>
                    <a:pt x="693" y="3419"/>
                  </a:lnTo>
                  <a:cubicBezTo>
                    <a:pt x="668" y="3693"/>
                    <a:pt x="880" y="3908"/>
                    <a:pt x="1110" y="3908"/>
                  </a:cubicBezTo>
                  <a:cubicBezTo>
                    <a:pt x="1171" y="3908"/>
                    <a:pt x="1233" y="3893"/>
                    <a:pt x="1292" y="3860"/>
                  </a:cubicBezTo>
                  <a:lnTo>
                    <a:pt x="2111" y="3419"/>
                  </a:lnTo>
                  <a:lnTo>
                    <a:pt x="2930" y="3860"/>
                  </a:lnTo>
                  <a:cubicBezTo>
                    <a:pt x="2992" y="3891"/>
                    <a:pt x="3056" y="3905"/>
                    <a:pt x="3119" y="3905"/>
                  </a:cubicBezTo>
                  <a:cubicBezTo>
                    <a:pt x="3376" y="3905"/>
                    <a:pt x="3605" y="3672"/>
                    <a:pt x="3529" y="3419"/>
                  </a:cubicBezTo>
                  <a:lnTo>
                    <a:pt x="3371" y="2505"/>
                  </a:lnTo>
                  <a:lnTo>
                    <a:pt x="4033" y="1875"/>
                  </a:lnTo>
                  <a:cubicBezTo>
                    <a:pt x="4285" y="1655"/>
                    <a:pt x="4159" y="1214"/>
                    <a:pt x="3812" y="1182"/>
                  </a:cubicBezTo>
                  <a:lnTo>
                    <a:pt x="2899" y="1056"/>
                  </a:lnTo>
                  <a:lnTo>
                    <a:pt x="2521" y="237"/>
                  </a:lnTo>
                  <a:cubicBezTo>
                    <a:pt x="2442" y="79"/>
                    <a:pt x="2292" y="1"/>
                    <a:pt x="2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3" name="Google Shape;1513;p99"/>
          <p:cNvGrpSpPr/>
          <p:nvPr/>
        </p:nvGrpSpPr>
        <p:grpSpPr>
          <a:xfrm>
            <a:off x="2991181" y="3136265"/>
            <a:ext cx="358056" cy="369913"/>
            <a:chOff x="-62148000" y="1930075"/>
            <a:chExt cx="309550" cy="319800"/>
          </a:xfrm>
        </p:grpSpPr>
        <p:sp>
          <p:nvSpPr>
            <p:cNvPr id="1514" name="Google Shape;1514;p99"/>
            <p:cNvSpPr/>
            <p:nvPr/>
          </p:nvSpPr>
          <p:spPr>
            <a:xfrm>
              <a:off x="-62148000" y="1930075"/>
              <a:ext cx="309550" cy="319800"/>
            </a:xfrm>
            <a:custGeom>
              <a:avLst/>
              <a:gdLst/>
              <a:ahLst/>
              <a:cxnLst/>
              <a:rect l="l" t="t" r="r" b="b"/>
              <a:pathLst>
                <a:path w="12382" h="12792" extrusionOk="0">
                  <a:moveTo>
                    <a:pt x="11594" y="1670"/>
                  </a:moveTo>
                  <a:lnTo>
                    <a:pt x="11594" y="2899"/>
                  </a:lnTo>
                  <a:cubicBezTo>
                    <a:pt x="11594" y="3970"/>
                    <a:pt x="10775" y="4883"/>
                    <a:pt x="9735" y="4946"/>
                  </a:cubicBezTo>
                  <a:cubicBezTo>
                    <a:pt x="9861" y="4631"/>
                    <a:pt x="9924" y="4190"/>
                    <a:pt x="9924" y="3781"/>
                  </a:cubicBezTo>
                  <a:lnTo>
                    <a:pt x="9924" y="1670"/>
                  </a:lnTo>
                  <a:close/>
                  <a:moveTo>
                    <a:pt x="2489" y="1733"/>
                  </a:moveTo>
                  <a:lnTo>
                    <a:pt x="2489" y="3812"/>
                  </a:lnTo>
                  <a:cubicBezTo>
                    <a:pt x="2489" y="4253"/>
                    <a:pt x="2584" y="4631"/>
                    <a:pt x="2678" y="5041"/>
                  </a:cubicBezTo>
                  <a:cubicBezTo>
                    <a:pt x="1638" y="4915"/>
                    <a:pt x="851" y="4033"/>
                    <a:pt x="851" y="2993"/>
                  </a:cubicBezTo>
                  <a:lnTo>
                    <a:pt x="851" y="1733"/>
                  </a:lnTo>
                  <a:close/>
                  <a:moveTo>
                    <a:pt x="9105" y="882"/>
                  </a:moveTo>
                  <a:lnTo>
                    <a:pt x="9105" y="3812"/>
                  </a:lnTo>
                  <a:cubicBezTo>
                    <a:pt x="9105" y="5419"/>
                    <a:pt x="7813" y="6679"/>
                    <a:pt x="6207" y="6679"/>
                  </a:cubicBezTo>
                  <a:cubicBezTo>
                    <a:pt x="4600" y="6679"/>
                    <a:pt x="3308" y="5387"/>
                    <a:pt x="3308" y="3812"/>
                  </a:cubicBezTo>
                  <a:lnTo>
                    <a:pt x="3308" y="882"/>
                  </a:lnTo>
                  <a:close/>
                  <a:moveTo>
                    <a:pt x="6648" y="7467"/>
                  </a:moveTo>
                  <a:lnTo>
                    <a:pt x="6648" y="8601"/>
                  </a:lnTo>
                  <a:lnTo>
                    <a:pt x="5797" y="8601"/>
                  </a:lnTo>
                  <a:lnTo>
                    <a:pt x="5797" y="7467"/>
                  </a:lnTo>
                  <a:cubicBezTo>
                    <a:pt x="5923" y="7467"/>
                    <a:pt x="6081" y="7498"/>
                    <a:pt x="6207" y="7498"/>
                  </a:cubicBezTo>
                  <a:cubicBezTo>
                    <a:pt x="6301" y="7498"/>
                    <a:pt x="6459" y="7498"/>
                    <a:pt x="6648" y="7467"/>
                  </a:cubicBezTo>
                  <a:close/>
                  <a:moveTo>
                    <a:pt x="7057" y="9389"/>
                  </a:moveTo>
                  <a:cubicBezTo>
                    <a:pt x="7309" y="9389"/>
                    <a:pt x="7498" y="9609"/>
                    <a:pt x="7498" y="9830"/>
                  </a:cubicBezTo>
                  <a:lnTo>
                    <a:pt x="7498" y="10271"/>
                  </a:lnTo>
                  <a:lnTo>
                    <a:pt x="5009" y="10271"/>
                  </a:lnTo>
                  <a:lnTo>
                    <a:pt x="5009" y="9830"/>
                  </a:lnTo>
                  <a:lnTo>
                    <a:pt x="4978" y="9830"/>
                  </a:lnTo>
                  <a:cubicBezTo>
                    <a:pt x="4978" y="9609"/>
                    <a:pt x="5167" y="9389"/>
                    <a:pt x="5419" y="9389"/>
                  </a:cubicBezTo>
                  <a:close/>
                  <a:moveTo>
                    <a:pt x="8727" y="11090"/>
                  </a:moveTo>
                  <a:cubicBezTo>
                    <a:pt x="8948" y="11090"/>
                    <a:pt x="9105" y="11279"/>
                    <a:pt x="9105" y="11499"/>
                  </a:cubicBezTo>
                  <a:lnTo>
                    <a:pt x="9105" y="11909"/>
                  </a:lnTo>
                  <a:lnTo>
                    <a:pt x="3308" y="11909"/>
                  </a:lnTo>
                  <a:lnTo>
                    <a:pt x="3308" y="11499"/>
                  </a:lnTo>
                  <a:cubicBezTo>
                    <a:pt x="3308" y="11247"/>
                    <a:pt x="3529" y="11090"/>
                    <a:pt x="3718" y="11090"/>
                  </a:cubicBezTo>
                  <a:close/>
                  <a:moveTo>
                    <a:pt x="2899" y="0"/>
                  </a:moveTo>
                  <a:cubicBezTo>
                    <a:pt x="2647" y="0"/>
                    <a:pt x="2489" y="189"/>
                    <a:pt x="2489" y="410"/>
                  </a:cubicBezTo>
                  <a:lnTo>
                    <a:pt x="2489" y="819"/>
                  </a:lnTo>
                  <a:lnTo>
                    <a:pt x="410" y="819"/>
                  </a:lnTo>
                  <a:cubicBezTo>
                    <a:pt x="221" y="882"/>
                    <a:pt x="0" y="1040"/>
                    <a:pt x="0" y="1292"/>
                  </a:cubicBezTo>
                  <a:lnTo>
                    <a:pt x="0" y="2930"/>
                  </a:lnTo>
                  <a:cubicBezTo>
                    <a:pt x="0" y="4568"/>
                    <a:pt x="1323" y="5860"/>
                    <a:pt x="2930" y="5860"/>
                  </a:cubicBezTo>
                  <a:lnTo>
                    <a:pt x="3119" y="5860"/>
                  </a:lnTo>
                  <a:cubicBezTo>
                    <a:pt x="3560" y="6522"/>
                    <a:pt x="4222" y="7026"/>
                    <a:pt x="4978" y="7309"/>
                  </a:cubicBezTo>
                  <a:lnTo>
                    <a:pt x="4978" y="8695"/>
                  </a:lnTo>
                  <a:cubicBezTo>
                    <a:pt x="4505" y="8853"/>
                    <a:pt x="4159" y="9326"/>
                    <a:pt x="4159" y="9861"/>
                  </a:cubicBezTo>
                  <a:lnTo>
                    <a:pt x="4159" y="10302"/>
                  </a:lnTo>
                  <a:lnTo>
                    <a:pt x="3749" y="10302"/>
                  </a:lnTo>
                  <a:cubicBezTo>
                    <a:pt x="3088" y="10302"/>
                    <a:pt x="2521" y="10869"/>
                    <a:pt x="2521" y="11531"/>
                  </a:cubicBezTo>
                  <a:lnTo>
                    <a:pt x="2521" y="12350"/>
                  </a:lnTo>
                  <a:cubicBezTo>
                    <a:pt x="2521" y="12571"/>
                    <a:pt x="2741" y="12791"/>
                    <a:pt x="2930" y="12791"/>
                  </a:cubicBezTo>
                  <a:lnTo>
                    <a:pt x="9546" y="12791"/>
                  </a:lnTo>
                  <a:cubicBezTo>
                    <a:pt x="9767" y="12791"/>
                    <a:pt x="9924" y="12571"/>
                    <a:pt x="9924" y="12350"/>
                  </a:cubicBezTo>
                  <a:lnTo>
                    <a:pt x="9924" y="11499"/>
                  </a:lnTo>
                  <a:cubicBezTo>
                    <a:pt x="9924" y="10806"/>
                    <a:pt x="9389" y="10271"/>
                    <a:pt x="8727" y="10271"/>
                  </a:cubicBezTo>
                  <a:lnTo>
                    <a:pt x="8286" y="10271"/>
                  </a:lnTo>
                  <a:lnTo>
                    <a:pt x="8286" y="9830"/>
                  </a:lnTo>
                  <a:cubicBezTo>
                    <a:pt x="8286" y="9294"/>
                    <a:pt x="7939" y="8853"/>
                    <a:pt x="7467" y="8664"/>
                  </a:cubicBezTo>
                  <a:lnTo>
                    <a:pt x="7467" y="7278"/>
                  </a:lnTo>
                  <a:cubicBezTo>
                    <a:pt x="8191" y="6994"/>
                    <a:pt x="8885" y="6490"/>
                    <a:pt x="9294" y="5828"/>
                  </a:cubicBezTo>
                  <a:lnTo>
                    <a:pt x="9515" y="5828"/>
                  </a:lnTo>
                  <a:cubicBezTo>
                    <a:pt x="11121" y="5828"/>
                    <a:pt x="12382" y="4505"/>
                    <a:pt x="12382" y="2899"/>
                  </a:cubicBezTo>
                  <a:lnTo>
                    <a:pt x="12382" y="1260"/>
                  </a:lnTo>
                  <a:cubicBezTo>
                    <a:pt x="12382" y="1008"/>
                    <a:pt x="12193" y="819"/>
                    <a:pt x="11972" y="819"/>
                  </a:cubicBezTo>
                  <a:lnTo>
                    <a:pt x="9893" y="819"/>
                  </a:lnTo>
                  <a:lnTo>
                    <a:pt x="9893" y="410"/>
                  </a:lnTo>
                  <a:cubicBezTo>
                    <a:pt x="9893" y="189"/>
                    <a:pt x="9704" y="0"/>
                    <a:pt x="9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99"/>
            <p:cNvSpPr/>
            <p:nvPr/>
          </p:nvSpPr>
          <p:spPr>
            <a:xfrm>
              <a:off x="-62044825" y="1972200"/>
              <a:ext cx="107125" cy="97700"/>
            </a:xfrm>
            <a:custGeom>
              <a:avLst/>
              <a:gdLst/>
              <a:ahLst/>
              <a:cxnLst/>
              <a:rect l="l" t="t" r="r" b="b"/>
              <a:pathLst>
                <a:path w="4285" h="3908" extrusionOk="0">
                  <a:moveTo>
                    <a:pt x="2111" y="1308"/>
                  </a:moveTo>
                  <a:lnTo>
                    <a:pt x="2237" y="1560"/>
                  </a:lnTo>
                  <a:cubicBezTo>
                    <a:pt x="2300" y="1686"/>
                    <a:pt x="2395" y="1781"/>
                    <a:pt x="2552" y="1812"/>
                  </a:cubicBezTo>
                  <a:lnTo>
                    <a:pt x="2867" y="1844"/>
                  </a:lnTo>
                  <a:lnTo>
                    <a:pt x="2615" y="2033"/>
                  </a:lnTo>
                  <a:cubicBezTo>
                    <a:pt x="2552" y="2127"/>
                    <a:pt x="2458" y="2285"/>
                    <a:pt x="2521" y="2411"/>
                  </a:cubicBezTo>
                  <a:lnTo>
                    <a:pt x="2552" y="2726"/>
                  </a:lnTo>
                  <a:lnTo>
                    <a:pt x="2269" y="2568"/>
                  </a:lnTo>
                  <a:cubicBezTo>
                    <a:pt x="2206" y="2505"/>
                    <a:pt x="2143" y="2505"/>
                    <a:pt x="2080" y="2505"/>
                  </a:cubicBezTo>
                  <a:cubicBezTo>
                    <a:pt x="1985" y="2505"/>
                    <a:pt x="1954" y="2505"/>
                    <a:pt x="1891" y="2568"/>
                  </a:cubicBezTo>
                  <a:lnTo>
                    <a:pt x="1607" y="2726"/>
                  </a:lnTo>
                  <a:lnTo>
                    <a:pt x="1639" y="2411"/>
                  </a:lnTo>
                  <a:cubicBezTo>
                    <a:pt x="1670" y="2285"/>
                    <a:pt x="1607" y="2127"/>
                    <a:pt x="1513" y="2033"/>
                  </a:cubicBezTo>
                  <a:lnTo>
                    <a:pt x="1292" y="1844"/>
                  </a:lnTo>
                  <a:lnTo>
                    <a:pt x="1670" y="1812"/>
                  </a:lnTo>
                  <a:cubicBezTo>
                    <a:pt x="1796" y="1812"/>
                    <a:pt x="1922" y="1686"/>
                    <a:pt x="1985" y="1560"/>
                  </a:cubicBezTo>
                  <a:lnTo>
                    <a:pt x="2111" y="1308"/>
                  </a:lnTo>
                  <a:close/>
                  <a:moveTo>
                    <a:pt x="2143" y="1"/>
                  </a:moveTo>
                  <a:cubicBezTo>
                    <a:pt x="1993" y="1"/>
                    <a:pt x="1843" y="79"/>
                    <a:pt x="1765" y="237"/>
                  </a:cubicBezTo>
                  <a:lnTo>
                    <a:pt x="1355" y="1056"/>
                  </a:lnTo>
                  <a:lnTo>
                    <a:pt x="473" y="1182"/>
                  </a:lnTo>
                  <a:cubicBezTo>
                    <a:pt x="95" y="1214"/>
                    <a:pt x="0" y="1655"/>
                    <a:pt x="221" y="1875"/>
                  </a:cubicBezTo>
                  <a:lnTo>
                    <a:pt x="851" y="2505"/>
                  </a:lnTo>
                  <a:lnTo>
                    <a:pt x="693" y="3419"/>
                  </a:lnTo>
                  <a:cubicBezTo>
                    <a:pt x="668" y="3693"/>
                    <a:pt x="880" y="3908"/>
                    <a:pt x="1110" y="3908"/>
                  </a:cubicBezTo>
                  <a:cubicBezTo>
                    <a:pt x="1171" y="3908"/>
                    <a:pt x="1233" y="3893"/>
                    <a:pt x="1292" y="3860"/>
                  </a:cubicBezTo>
                  <a:lnTo>
                    <a:pt x="2111" y="3419"/>
                  </a:lnTo>
                  <a:lnTo>
                    <a:pt x="2930" y="3860"/>
                  </a:lnTo>
                  <a:cubicBezTo>
                    <a:pt x="2992" y="3891"/>
                    <a:pt x="3056" y="3905"/>
                    <a:pt x="3119" y="3905"/>
                  </a:cubicBezTo>
                  <a:cubicBezTo>
                    <a:pt x="3376" y="3905"/>
                    <a:pt x="3605" y="3672"/>
                    <a:pt x="3529" y="3419"/>
                  </a:cubicBezTo>
                  <a:lnTo>
                    <a:pt x="3371" y="2505"/>
                  </a:lnTo>
                  <a:lnTo>
                    <a:pt x="4033" y="1875"/>
                  </a:lnTo>
                  <a:cubicBezTo>
                    <a:pt x="4285" y="1655"/>
                    <a:pt x="4159" y="1214"/>
                    <a:pt x="3812" y="1182"/>
                  </a:cubicBezTo>
                  <a:lnTo>
                    <a:pt x="2899" y="1056"/>
                  </a:lnTo>
                  <a:lnTo>
                    <a:pt x="2521" y="237"/>
                  </a:lnTo>
                  <a:cubicBezTo>
                    <a:pt x="2442" y="79"/>
                    <a:pt x="2292" y="1"/>
                    <a:pt x="2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6" name="Google Shape;1516;p99"/>
          <p:cNvGrpSpPr/>
          <p:nvPr/>
        </p:nvGrpSpPr>
        <p:grpSpPr>
          <a:xfrm>
            <a:off x="802462" y="1419236"/>
            <a:ext cx="358056" cy="369913"/>
            <a:chOff x="-62148000" y="1930075"/>
            <a:chExt cx="309550" cy="319800"/>
          </a:xfrm>
        </p:grpSpPr>
        <p:sp>
          <p:nvSpPr>
            <p:cNvPr id="1517" name="Google Shape;1517;p99"/>
            <p:cNvSpPr/>
            <p:nvPr/>
          </p:nvSpPr>
          <p:spPr>
            <a:xfrm>
              <a:off x="-62148000" y="1930075"/>
              <a:ext cx="309550" cy="319800"/>
            </a:xfrm>
            <a:custGeom>
              <a:avLst/>
              <a:gdLst/>
              <a:ahLst/>
              <a:cxnLst/>
              <a:rect l="l" t="t" r="r" b="b"/>
              <a:pathLst>
                <a:path w="12382" h="12792" extrusionOk="0">
                  <a:moveTo>
                    <a:pt x="11594" y="1670"/>
                  </a:moveTo>
                  <a:lnTo>
                    <a:pt x="11594" y="2899"/>
                  </a:lnTo>
                  <a:cubicBezTo>
                    <a:pt x="11594" y="3970"/>
                    <a:pt x="10775" y="4883"/>
                    <a:pt x="9735" y="4946"/>
                  </a:cubicBezTo>
                  <a:cubicBezTo>
                    <a:pt x="9861" y="4631"/>
                    <a:pt x="9924" y="4190"/>
                    <a:pt x="9924" y="3781"/>
                  </a:cubicBezTo>
                  <a:lnTo>
                    <a:pt x="9924" y="1670"/>
                  </a:lnTo>
                  <a:close/>
                  <a:moveTo>
                    <a:pt x="2489" y="1733"/>
                  </a:moveTo>
                  <a:lnTo>
                    <a:pt x="2489" y="3812"/>
                  </a:lnTo>
                  <a:cubicBezTo>
                    <a:pt x="2489" y="4253"/>
                    <a:pt x="2584" y="4631"/>
                    <a:pt x="2678" y="5041"/>
                  </a:cubicBezTo>
                  <a:cubicBezTo>
                    <a:pt x="1638" y="4915"/>
                    <a:pt x="851" y="4033"/>
                    <a:pt x="851" y="2993"/>
                  </a:cubicBezTo>
                  <a:lnTo>
                    <a:pt x="851" y="1733"/>
                  </a:lnTo>
                  <a:close/>
                  <a:moveTo>
                    <a:pt x="9105" y="882"/>
                  </a:moveTo>
                  <a:lnTo>
                    <a:pt x="9105" y="3812"/>
                  </a:lnTo>
                  <a:cubicBezTo>
                    <a:pt x="9105" y="5419"/>
                    <a:pt x="7813" y="6679"/>
                    <a:pt x="6207" y="6679"/>
                  </a:cubicBezTo>
                  <a:cubicBezTo>
                    <a:pt x="4600" y="6679"/>
                    <a:pt x="3308" y="5387"/>
                    <a:pt x="3308" y="3812"/>
                  </a:cubicBezTo>
                  <a:lnTo>
                    <a:pt x="3308" y="882"/>
                  </a:lnTo>
                  <a:close/>
                  <a:moveTo>
                    <a:pt x="6648" y="7467"/>
                  </a:moveTo>
                  <a:lnTo>
                    <a:pt x="6648" y="8601"/>
                  </a:lnTo>
                  <a:lnTo>
                    <a:pt x="5797" y="8601"/>
                  </a:lnTo>
                  <a:lnTo>
                    <a:pt x="5797" y="7467"/>
                  </a:lnTo>
                  <a:cubicBezTo>
                    <a:pt x="5923" y="7467"/>
                    <a:pt x="6081" y="7498"/>
                    <a:pt x="6207" y="7498"/>
                  </a:cubicBezTo>
                  <a:cubicBezTo>
                    <a:pt x="6301" y="7498"/>
                    <a:pt x="6459" y="7498"/>
                    <a:pt x="6648" y="7467"/>
                  </a:cubicBezTo>
                  <a:close/>
                  <a:moveTo>
                    <a:pt x="7057" y="9389"/>
                  </a:moveTo>
                  <a:cubicBezTo>
                    <a:pt x="7309" y="9389"/>
                    <a:pt x="7498" y="9609"/>
                    <a:pt x="7498" y="9830"/>
                  </a:cubicBezTo>
                  <a:lnTo>
                    <a:pt x="7498" y="10271"/>
                  </a:lnTo>
                  <a:lnTo>
                    <a:pt x="5009" y="10271"/>
                  </a:lnTo>
                  <a:lnTo>
                    <a:pt x="5009" y="9830"/>
                  </a:lnTo>
                  <a:lnTo>
                    <a:pt x="4978" y="9830"/>
                  </a:lnTo>
                  <a:cubicBezTo>
                    <a:pt x="4978" y="9609"/>
                    <a:pt x="5167" y="9389"/>
                    <a:pt x="5419" y="9389"/>
                  </a:cubicBezTo>
                  <a:close/>
                  <a:moveTo>
                    <a:pt x="8727" y="11090"/>
                  </a:moveTo>
                  <a:cubicBezTo>
                    <a:pt x="8948" y="11090"/>
                    <a:pt x="9105" y="11279"/>
                    <a:pt x="9105" y="11499"/>
                  </a:cubicBezTo>
                  <a:lnTo>
                    <a:pt x="9105" y="11909"/>
                  </a:lnTo>
                  <a:lnTo>
                    <a:pt x="3308" y="11909"/>
                  </a:lnTo>
                  <a:lnTo>
                    <a:pt x="3308" y="11499"/>
                  </a:lnTo>
                  <a:cubicBezTo>
                    <a:pt x="3308" y="11247"/>
                    <a:pt x="3529" y="11090"/>
                    <a:pt x="3718" y="11090"/>
                  </a:cubicBezTo>
                  <a:close/>
                  <a:moveTo>
                    <a:pt x="2899" y="0"/>
                  </a:moveTo>
                  <a:cubicBezTo>
                    <a:pt x="2647" y="0"/>
                    <a:pt x="2489" y="189"/>
                    <a:pt x="2489" y="410"/>
                  </a:cubicBezTo>
                  <a:lnTo>
                    <a:pt x="2489" y="819"/>
                  </a:lnTo>
                  <a:lnTo>
                    <a:pt x="410" y="819"/>
                  </a:lnTo>
                  <a:cubicBezTo>
                    <a:pt x="221" y="882"/>
                    <a:pt x="0" y="1040"/>
                    <a:pt x="0" y="1292"/>
                  </a:cubicBezTo>
                  <a:lnTo>
                    <a:pt x="0" y="2930"/>
                  </a:lnTo>
                  <a:cubicBezTo>
                    <a:pt x="0" y="4568"/>
                    <a:pt x="1323" y="5860"/>
                    <a:pt x="2930" y="5860"/>
                  </a:cubicBezTo>
                  <a:lnTo>
                    <a:pt x="3119" y="5860"/>
                  </a:lnTo>
                  <a:cubicBezTo>
                    <a:pt x="3560" y="6522"/>
                    <a:pt x="4222" y="7026"/>
                    <a:pt x="4978" y="7309"/>
                  </a:cubicBezTo>
                  <a:lnTo>
                    <a:pt x="4978" y="8695"/>
                  </a:lnTo>
                  <a:cubicBezTo>
                    <a:pt x="4505" y="8853"/>
                    <a:pt x="4159" y="9326"/>
                    <a:pt x="4159" y="9861"/>
                  </a:cubicBezTo>
                  <a:lnTo>
                    <a:pt x="4159" y="10302"/>
                  </a:lnTo>
                  <a:lnTo>
                    <a:pt x="3749" y="10302"/>
                  </a:lnTo>
                  <a:cubicBezTo>
                    <a:pt x="3088" y="10302"/>
                    <a:pt x="2521" y="10869"/>
                    <a:pt x="2521" y="11531"/>
                  </a:cubicBezTo>
                  <a:lnTo>
                    <a:pt x="2521" y="12350"/>
                  </a:lnTo>
                  <a:cubicBezTo>
                    <a:pt x="2521" y="12571"/>
                    <a:pt x="2741" y="12791"/>
                    <a:pt x="2930" y="12791"/>
                  </a:cubicBezTo>
                  <a:lnTo>
                    <a:pt x="9546" y="12791"/>
                  </a:lnTo>
                  <a:cubicBezTo>
                    <a:pt x="9767" y="12791"/>
                    <a:pt x="9924" y="12571"/>
                    <a:pt x="9924" y="12350"/>
                  </a:cubicBezTo>
                  <a:lnTo>
                    <a:pt x="9924" y="11499"/>
                  </a:lnTo>
                  <a:cubicBezTo>
                    <a:pt x="9924" y="10806"/>
                    <a:pt x="9389" y="10271"/>
                    <a:pt x="8727" y="10271"/>
                  </a:cubicBezTo>
                  <a:lnTo>
                    <a:pt x="8286" y="10271"/>
                  </a:lnTo>
                  <a:lnTo>
                    <a:pt x="8286" y="9830"/>
                  </a:lnTo>
                  <a:cubicBezTo>
                    <a:pt x="8286" y="9294"/>
                    <a:pt x="7939" y="8853"/>
                    <a:pt x="7467" y="8664"/>
                  </a:cubicBezTo>
                  <a:lnTo>
                    <a:pt x="7467" y="7278"/>
                  </a:lnTo>
                  <a:cubicBezTo>
                    <a:pt x="8191" y="6994"/>
                    <a:pt x="8885" y="6490"/>
                    <a:pt x="9294" y="5828"/>
                  </a:cubicBezTo>
                  <a:lnTo>
                    <a:pt x="9515" y="5828"/>
                  </a:lnTo>
                  <a:cubicBezTo>
                    <a:pt x="11121" y="5828"/>
                    <a:pt x="12382" y="4505"/>
                    <a:pt x="12382" y="2899"/>
                  </a:cubicBezTo>
                  <a:lnTo>
                    <a:pt x="12382" y="1260"/>
                  </a:lnTo>
                  <a:cubicBezTo>
                    <a:pt x="12382" y="1008"/>
                    <a:pt x="12193" y="819"/>
                    <a:pt x="11972" y="819"/>
                  </a:cubicBezTo>
                  <a:lnTo>
                    <a:pt x="9893" y="819"/>
                  </a:lnTo>
                  <a:lnTo>
                    <a:pt x="9893" y="410"/>
                  </a:lnTo>
                  <a:cubicBezTo>
                    <a:pt x="9893" y="189"/>
                    <a:pt x="9704" y="0"/>
                    <a:pt x="9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99"/>
            <p:cNvSpPr/>
            <p:nvPr/>
          </p:nvSpPr>
          <p:spPr>
            <a:xfrm>
              <a:off x="-62044825" y="1972200"/>
              <a:ext cx="107125" cy="97700"/>
            </a:xfrm>
            <a:custGeom>
              <a:avLst/>
              <a:gdLst/>
              <a:ahLst/>
              <a:cxnLst/>
              <a:rect l="l" t="t" r="r" b="b"/>
              <a:pathLst>
                <a:path w="4285" h="3908" extrusionOk="0">
                  <a:moveTo>
                    <a:pt x="2111" y="1308"/>
                  </a:moveTo>
                  <a:lnTo>
                    <a:pt x="2237" y="1560"/>
                  </a:lnTo>
                  <a:cubicBezTo>
                    <a:pt x="2300" y="1686"/>
                    <a:pt x="2395" y="1781"/>
                    <a:pt x="2552" y="1812"/>
                  </a:cubicBezTo>
                  <a:lnTo>
                    <a:pt x="2867" y="1844"/>
                  </a:lnTo>
                  <a:lnTo>
                    <a:pt x="2615" y="2033"/>
                  </a:lnTo>
                  <a:cubicBezTo>
                    <a:pt x="2552" y="2127"/>
                    <a:pt x="2458" y="2285"/>
                    <a:pt x="2521" y="2411"/>
                  </a:cubicBezTo>
                  <a:lnTo>
                    <a:pt x="2552" y="2726"/>
                  </a:lnTo>
                  <a:lnTo>
                    <a:pt x="2269" y="2568"/>
                  </a:lnTo>
                  <a:cubicBezTo>
                    <a:pt x="2206" y="2505"/>
                    <a:pt x="2143" y="2505"/>
                    <a:pt x="2080" y="2505"/>
                  </a:cubicBezTo>
                  <a:cubicBezTo>
                    <a:pt x="1985" y="2505"/>
                    <a:pt x="1954" y="2505"/>
                    <a:pt x="1891" y="2568"/>
                  </a:cubicBezTo>
                  <a:lnTo>
                    <a:pt x="1607" y="2726"/>
                  </a:lnTo>
                  <a:lnTo>
                    <a:pt x="1639" y="2411"/>
                  </a:lnTo>
                  <a:cubicBezTo>
                    <a:pt x="1670" y="2285"/>
                    <a:pt x="1607" y="2127"/>
                    <a:pt x="1513" y="2033"/>
                  </a:cubicBezTo>
                  <a:lnTo>
                    <a:pt x="1292" y="1844"/>
                  </a:lnTo>
                  <a:lnTo>
                    <a:pt x="1670" y="1812"/>
                  </a:lnTo>
                  <a:cubicBezTo>
                    <a:pt x="1796" y="1812"/>
                    <a:pt x="1922" y="1686"/>
                    <a:pt x="1985" y="1560"/>
                  </a:cubicBezTo>
                  <a:lnTo>
                    <a:pt x="2111" y="1308"/>
                  </a:lnTo>
                  <a:close/>
                  <a:moveTo>
                    <a:pt x="2143" y="1"/>
                  </a:moveTo>
                  <a:cubicBezTo>
                    <a:pt x="1993" y="1"/>
                    <a:pt x="1843" y="79"/>
                    <a:pt x="1765" y="237"/>
                  </a:cubicBezTo>
                  <a:lnTo>
                    <a:pt x="1355" y="1056"/>
                  </a:lnTo>
                  <a:lnTo>
                    <a:pt x="473" y="1182"/>
                  </a:lnTo>
                  <a:cubicBezTo>
                    <a:pt x="95" y="1214"/>
                    <a:pt x="0" y="1655"/>
                    <a:pt x="221" y="1875"/>
                  </a:cubicBezTo>
                  <a:lnTo>
                    <a:pt x="851" y="2505"/>
                  </a:lnTo>
                  <a:lnTo>
                    <a:pt x="693" y="3419"/>
                  </a:lnTo>
                  <a:cubicBezTo>
                    <a:pt x="668" y="3693"/>
                    <a:pt x="880" y="3908"/>
                    <a:pt x="1110" y="3908"/>
                  </a:cubicBezTo>
                  <a:cubicBezTo>
                    <a:pt x="1171" y="3908"/>
                    <a:pt x="1233" y="3893"/>
                    <a:pt x="1292" y="3860"/>
                  </a:cubicBezTo>
                  <a:lnTo>
                    <a:pt x="2111" y="3419"/>
                  </a:lnTo>
                  <a:lnTo>
                    <a:pt x="2930" y="3860"/>
                  </a:lnTo>
                  <a:cubicBezTo>
                    <a:pt x="2992" y="3891"/>
                    <a:pt x="3056" y="3905"/>
                    <a:pt x="3119" y="3905"/>
                  </a:cubicBezTo>
                  <a:cubicBezTo>
                    <a:pt x="3376" y="3905"/>
                    <a:pt x="3605" y="3672"/>
                    <a:pt x="3529" y="3419"/>
                  </a:cubicBezTo>
                  <a:lnTo>
                    <a:pt x="3371" y="2505"/>
                  </a:lnTo>
                  <a:lnTo>
                    <a:pt x="4033" y="1875"/>
                  </a:lnTo>
                  <a:cubicBezTo>
                    <a:pt x="4285" y="1655"/>
                    <a:pt x="4159" y="1214"/>
                    <a:pt x="3812" y="1182"/>
                  </a:cubicBezTo>
                  <a:lnTo>
                    <a:pt x="2899" y="1056"/>
                  </a:lnTo>
                  <a:lnTo>
                    <a:pt x="2521" y="237"/>
                  </a:lnTo>
                  <a:cubicBezTo>
                    <a:pt x="2442" y="79"/>
                    <a:pt x="2292" y="1"/>
                    <a:pt x="2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99"/>
          <p:cNvGrpSpPr/>
          <p:nvPr/>
        </p:nvGrpSpPr>
        <p:grpSpPr>
          <a:xfrm>
            <a:off x="2991181" y="1396015"/>
            <a:ext cx="358056" cy="369913"/>
            <a:chOff x="-62148000" y="1930075"/>
            <a:chExt cx="309550" cy="319800"/>
          </a:xfrm>
        </p:grpSpPr>
        <p:sp>
          <p:nvSpPr>
            <p:cNvPr id="1520" name="Google Shape;1520;p99"/>
            <p:cNvSpPr/>
            <p:nvPr/>
          </p:nvSpPr>
          <p:spPr>
            <a:xfrm>
              <a:off x="-62148000" y="1930075"/>
              <a:ext cx="309550" cy="319800"/>
            </a:xfrm>
            <a:custGeom>
              <a:avLst/>
              <a:gdLst/>
              <a:ahLst/>
              <a:cxnLst/>
              <a:rect l="l" t="t" r="r" b="b"/>
              <a:pathLst>
                <a:path w="12382" h="12792" extrusionOk="0">
                  <a:moveTo>
                    <a:pt x="11594" y="1670"/>
                  </a:moveTo>
                  <a:lnTo>
                    <a:pt x="11594" y="2899"/>
                  </a:lnTo>
                  <a:cubicBezTo>
                    <a:pt x="11594" y="3970"/>
                    <a:pt x="10775" y="4883"/>
                    <a:pt x="9735" y="4946"/>
                  </a:cubicBezTo>
                  <a:cubicBezTo>
                    <a:pt x="9861" y="4631"/>
                    <a:pt x="9924" y="4190"/>
                    <a:pt x="9924" y="3781"/>
                  </a:cubicBezTo>
                  <a:lnTo>
                    <a:pt x="9924" y="1670"/>
                  </a:lnTo>
                  <a:close/>
                  <a:moveTo>
                    <a:pt x="2489" y="1733"/>
                  </a:moveTo>
                  <a:lnTo>
                    <a:pt x="2489" y="3812"/>
                  </a:lnTo>
                  <a:cubicBezTo>
                    <a:pt x="2489" y="4253"/>
                    <a:pt x="2584" y="4631"/>
                    <a:pt x="2678" y="5041"/>
                  </a:cubicBezTo>
                  <a:cubicBezTo>
                    <a:pt x="1638" y="4915"/>
                    <a:pt x="851" y="4033"/>
                    <a:pt x="851" y="2993"/>
                  </a:cubicBezTo>
                  <a:lnTo>
                    <a:pt x="851" y="1733"/>
                  </a:lnTo>
                  <a:close/>
                  <a:moveTo>
                    <a:pt x="9105" y="882"/>
                  </a:moveTo>
                  <a:lnTo>
                    <a:pt x="9105" y="3812"/>
                  </a:lnTo>
                  <a:cubicBezTo>
                    <a:pt x="9105" y="5419"/>
                    <a:pt x="7813" y="6679"/>
                    <a:pt x="6207" y="6679"/>
                  </a:cubicBezTo>
                  <a:cubicBezTo>
                    <a:pt x="4600" y="6679"/>
                    <a:pt x="3308" y="5387"/>
                    <a:pt x="3308" y="3812"/>
                  </a:cubicBezTo>
                  <a:lnTo>
                    <a:pt x="3308" y="882"/>
                  </a:lnTo>
                  <a:close/>
                  <a:moveTo>
                    <a:pt x="6648" y="7467"/>
                  </a:moveTo>
                  <a:lnTo>
                    <a:pt x="6648" y="8601"/>
                  </a:lnTo>
                  <a:lnTo>
                    <a:pt x="5797" y="8601"/>
                  </a:lnTo>
                  <a:lnTo>
                    <a:pt x="5797" y="7467"/>
                  </a:lnTo>
                  <a:cubicBezTo>
                    <a:pt x="5923" y="7467"/>
                    <a:pt x="6081" y="7498"/>
                    <a:pt x="6207" y="7498"/>
                  </a:cubicBezTo>
                  <a:cubicBezTo>
                    <a:pt x="6301" y="7498"/>
                    <a:pt x="6459" y="7498"/>
                    <a:pt x="6648" y="7467"/>
                  </a:cubicBezTo>
                  <a:close/>
                  <a:moveTo>
                    <a:pt x="7057" y="9389"/>
                  </a:moveTo>
                  <a:cubicBezTo>
                    <a:pt x="7309" y="9389"/>
                    <a:pt x="7498" y="9609"/>
                    <a:pt x="7498" y="9830"/>
                  </a:cubicBezTo>
                  <a:lnTo>
                    <a:pt x="7498" y="10271"/>
                  </a:lnTo>
                  <a:lnTo>
                    <a:pt x="5009" y="10271"/>
                  </a:lnTo>
                  <a:lnTo>
                    <a:pt x="5009" y="9830"/>
                  </a:lnTo>
                  <a:lnTo>
                    <a:pt x="4978" y="9830"/>
                  </a:lnTo>
                  <a:cubicBezTo>
                    <a:pt x="4978" y="9609"/>
                    <a:pt x="5167" y="9389"/>
                    <a:pt x="5419" y="9389"/>
                  </a:cubicBezTo>
                  <a:close/>
                  <a:moveTo>
                    <a:pt x="8727" y="11090"/>
                  </a:moveTo>
                  <a:cubicBezTo>
                    <a:pt x="8948" y="11090"/>
                    <a:pt x="9105" y="11279"/>
                    <a:pt x="9105" y="11499"/>
                  </a:cubicBezTo>
                  <a:lnTo>
                    <a:pt x="9105" y="11909"/>
                  </a:lnTo>
                  <a:lnTo>
                    <a:pt x="3308" y="11909"/>
                  </a:lnTo>
                  <a:lnTo>
                    <a:pt x="3308" y="11499"/>
                  </a:lnTo>
                  <a:cubicBezTo>
                    <a:pt x="3308" y="11247"/>
                    <a:pt x="3529" y="11090"/>
                    <a:pt x="3718" y="11090"/>
                  </a:cubicBezTo>
                  <a:close/>
                  <a:moveTo>
                    <a:pt x="2899" y="0"/>
                  </a:moveTo>
                  <a:cubicBezTo>
                    <a:pt x="2647" y="0"/>
                    <a:pt x="2489" y="189"/>
                    <a:pt x="2489" y="410"/>
                  </a:cubicBezTo>
                  <a:lnTo>
                    <a:pt x="2489" y="819"/>
                  </a:lnTo>
                  <a:lnTo>
                    <a:pt x="410" y="819"/>
                  </a:lnTo>
                  <a:cubicBezTo>
                    <a:pt x="221" y="882"/>
                    <a:pt x="0" y="1040"/>
                    <a:pt x="0" y="1292"/>
                  </a:cubicBezTo>
                  <a:lnTo>
                    <a:pt x="0" y="2930"/>
                  </a:lnTo>
                  <a:cubicBezTo>
                    <a:pt x="0" y="4568"/>
                    <a:pt x="1323" y="5860"/>
                    <a:pt x="2930" y="5860"/>
                  </a:cubicBezTo>
                  <a:lnTo>
                    <a:pt x="3119" y="5860"/>
                  </a:lnTo>
                  <a:cubicBezTo>
                    <a:pt x="3560" y="6522"/>
                    <a:pt x="4222" y="7026"/>
                    <a:pt x="4978" y="7309"/>
                  </a:cubicBezTo>
                  <a:lnTo>
                    <a:pt x="4978" y="8695"/>
                  </a:lnTo>
                  <a:cubicBezTo>
                    <a:pt x="4505" y="8853"/>
                    <a:pt x="4159" y="9326"/>
                    <a:pt x="4159" y="9861"/>
                  </a:cubicBezTo>
                  <a:lnTo>
                    <a:pt x="4159" y="10302"/>
                  </a:lnTo>
                  <a:lnTo>
                    <a:pt x="3749" y="10302"/>
                  </a:lnTo>
                  <a:cubicBezTo>
                    <a:pt x="3088" y="10302"/>
                    <a:pt x="2521" y="10869"/>
                    <a:pt x="2521" y="11531"/>
                  </a:cubicBezTo>
                  <a:lnTo>
                    <a:pt x="2521" y="12350"/>
                  </a:lnTo>
                  <a:cubicBezTo>
                    <a:pt x="2521" y="12571"/>
                    <a:pt x="2741" y="12791"/>
                    <a:pt x="2930" y="12791"/>
                  </a:cubicBezTo>
                  <a:lnTo>
                    <a:pt x="9546" y="12791"/>
                  </a:lnTo>
                  <a:cubicBezTo>
                    <a:pt x="9767" y="12791"/>
                    <a:pt x="9924" y="12571"/>
                    <a:pt x="9924" y="12350"/>
                  </a:cubicBezTo>
                  <a:lnTo>
                    <a:pt x="9924" y="11499"/>
                  </a:lnTo>
                  <a:cubicBezTo>
                    <a:pt x="9924" y="10806"/>
                    <a:pt x="9389" y="10271"/>
                    <a:pt x="8727" y="10271"/>
                  </a:cubicBezTo>
                  <a:lnTo>
                    <a:pt x="8286" y="10271"/>
                  </a:lnTo>
                  <a:lnTo>
                    <a:pt x="8286" y="9830"/>
                  </a:lnTo>
                  <a:cubicBezTo>
                    <a:pt x="8286" y="9294"/>
                    <a:pt x="7939" y="8853"/>
                    <a:pt x="7467" y="8664"/>
                  </a:cubicBezTo>
                  <a:lnTo>
                    <a:pt x="7467" y="7278"/>
                  </a:lnTo>
                  <a:cubicBezTo>
                    <a:pt x="8191" y="6994"/>
                    <a:pt x="8885" y="6490"/>
                    <a:pt x="9294" y="5828"/>
                  </a:cubicBezTo>
                  <a:lnTo>
                    <a:pt x="9515" y="5828"/>
                  </a:lnTo>
                  <a:cubicBezTo>
                    <a:pt x="11121" y="5828"/>
                    <a:pt x="12382" y="4505"/>
                    <a:pt x="12382" y="2899"/>
                  </a:cubicBezTo>
                  <a:lnTo>
                    <a:pt x="12382" y="1260"/>
                  </a:lnTo>
                  <a:cubicBezTo>
                    <a:pt x="12382" y="1008"/>
                    <a:pt x="12193" y="819"/>
                    <a:pt x="11972" y="819"/>
                  </a:cubicBezTo>
                  <a:lnTo>
                    <a:pt x="9893" y="819"/>
                  </a:lnTo>
                  <a:lnTo>
                    <a:pt x="9893" y="410"/>
                  </a:lnTo>
                  <a:cubicBezTo>
                    <a:pt x="9893" y="189"/>
                    <a:pt x="9704" y="0"/>
                    <a:pt x="9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99"/>
            <p:cNvSpPr/>
            <p:nvPr/>
          </p:nvSpPr>
          <p:spPr>
            <a:xfrm>
              <a:off x="-62044825" y="1972200"/>
              <a:ext cx="107125" cy="97700"/>
            </a:xfrm>
            <a:custGeom>
              <a:avLst/>
              <a:gdLst/>
              <a:ahLst/>
              <a:cxnLst/>
              <a:rect l="l" t="t" r="r" b="b"/>
              <a:pathLst>
                <a:path w="4285" h="3908" extrusionOk="0">
                  <a:moveTo>
                    <a:pt x="2111" y="1308"/>
                  </a:moveTo>
                  <a:lnTo>
                    <a:pt x="2237" y="1560"/>
                  </a:lnTo>
                  <a:cubicBezTo>
                    <a:pt x="2300" y="1686"/>
                    <a:pt x="2395" y="1781"/>
                    <a:pt x="2552" y="1812"/>
                  </a:cubicBezTo>
                  <a:lnTo>
                    <a:pt x="2867" y="1844"/>
                  </a:lnTo>
                  <a:lnTo>
                    <a:pt x="2615" y="2033"/>
                  </a:lnTo>
                  <a:cubicBezTo>
                    <a:pt x="2552" y="2127"/>
                    <a:pt x="2458" y="2285"/>
                    <a:pt x="2521" y="2411"/>
                  </a:cubicBezTo>
                  <a:lnTo>
                    <a:pt x="2552" y="2726"/>
                  </a:lnTo>
                  <a:lnTo>
                    <a:pt x="2269" y="2568"/>
                  </a:lnTo>
                  <a:cubicBezTo>
                    <a:pt x="2206" y="2505"/>
                    <a:pt x="2143" y="2505"/>
                    <a:pt x="2080" y="2505"/>
                  </a:cubicBezTo>
                  <a:cubicBezTo>
                    <a:pt x="1985" y="2505"/>
                    <a:pt x="1954" y="2505"/>
                    <a:pt x="1891" y="2568"/>
                  </a:cubicBezTo>
                  <a:lnTo>
                    <a:pt x="1607" y="2726"/>
                  </a:lnTo>
                  <a:lnTo>
                    <a:pt x="1639" y="2411"/>
                  </a:lnTo>
                  <a:cubicBezTo>
                    <a:pt x="1670" y="2285"/>
                    <a:pt x="1607" y="2127"/>
                    <a:pt x="1513" y="2033"/>
                  </a:cubicBezTo>
                  <a:lnTo>
                    <a:pt x="1292" y="1844"/>
                  </a:lnTo>
                  <a:lnTo>
                    <a:pt x="1670" y="1812"/>
                  </a:lnTo>
                  <a:cubicBezTo>
                    <a:pt x="1796" y="1812"/>
                    <a:pt x="1922" y="1686"/>
                    <a:pt x="1985" y="1560"/>
                  </a:cubicBezTo>
                  <a:lnTo>
                    <a:pt x="2111" y="1308"/>
                  </a:lnTo>
                  <a:close/>
                  <a:moveTo>
                    <a:pt x="2143" y="1"/>
                  </a:moveTo>
                  <a:cubicBezTo>
                    <a:pt x="1993" y="1"/>
                    <a:pt x="1843" y="79"/>
                    <a:pt x="1765" y="237"/>
                  </a:cubicBezTo>
                  <a:lnTo>
                    <a:pt x="1355" y="1056"/>
                  </a:lnTo>
                  <a:lnTo>
                    <a:pt x="473" y="1182"/>
                  </a:lnTo>
                  <a:cubicBezTo>
                    <a:pt x="95" y="1214"/>
                    <a:pt x="0" y="1655"/>
                    <a:pt x="221" y="1875"/>
                  </a:cubicBezTo>
                  <a:lnTo>
                    <a:pt x="851" y="2505"/>
                  </a:lnTo>
                  <a:lnTo>
                    <a:pt x="693" y="3419"/>
                  </a:lnTo>
                  <a:cubicBezTo>
                    <a:pt x="668" y="3693"/>
                    <a:pt x="880" y="3908"/>
                    <a:pt x="1110" y="3908"/>
                  </a:cubicBezTo>
                  <a:cubicBezTo>
                    <a:pt x="1171" y="3908"/>
                    <a:pt x="1233" y="3893"/>
                    <a:pt x="1292" y="3860"/>
                  </a:cubicBezTo>
                  <a:lnTo>
                    <a:pt x="2111" y="3419"/>
                  </a:lnTo>
                  <a:lnTo>
                    <a:pt x="2930" y="3860"/>
                  </a:lnTo>
                  <a:cubicBezTo>
                    <a:pt x="2992" y="3891"/>
                    <a:pt x="3056" y="3905"/>
                    <a:pt x="3119" y="3905"/>
                  </a:cubicBezTo>
                  <a:cubicBezTo>
                    <a:pt x="3376" y="3905"/>
                    <a:pt x="3605" y="3672"/>
                    <a:pt x="3529" y="3419"/>
                  </a:cubicBezTo>
                  <a:lnTo>
                    <a:pt x="3371" y="2505"/>
                  </a:lnTo>
                  <a:lnTo>
                    <a:pt x="4033" y="1875"/>
                  </a:lnTo>
                  <a:cubicBezTo>
                    <a:pt x="4285" y="1655"/>
                    <a:pt x="4159" y="1214"/>
                    <a:pt x="3812" y="1182"/>
                  </a:cubicBezTo>
                  <a:lnTo>
                    <a:pt x="2899" y="1056"/>
                  </a:lnTo>
                  <a:lnTo>
                    <a:pt x="2521" y="237"/>
                  </a:lnTo>
                  <a:cubicBezTo>
                    <a:pt x="2442" y="79"/>
                    <a:pt x="2292" y="1"/>
                    <a:pt x="2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4" name="Google Shape;1524;p99"/>
          <p:cNvSpPr/>
          <p:nvPr/>
        </p:nvSpPr>
        <p:spPr>
          <a:xfrm>
            <a:off x="5321175" y="672068"/>
            <a:ext cx="3582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523;p99">
            <a:extLst>
              <a:ext uri="{FF2B5EF4-FFF2-40B4-BE49-F238E27FC236}">
                <a16:creationId xmlns:a16="http://schemas.microsoft.com/office/drawing/2014/main" id="{F37B1095-9A02-EFD6-EA00-24079EF5CA41}"/>
              </a:ext>
            </a:extLst>
          </p:cNvPr>
          <p:cNvSpPr/>
          <p:nvPr/>
        </p:nvSpPr>
        <p:spPr>
          <a:xfrm>
            <a:off x="5952063" y="682963"/>
            <a:ext cx="358200" cy="3237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AE3AAF-30A4-A1E6-40EC-67861624976E}"/>
              </a:ext>
            </a:extLst>
          </p:cNvPr>
          <p:cNvGrpSpPr/>
          <p:nvPr/>
        </p:nvGrpSpPr>
        <p:grpSpPr>
          <a:xfrm>
            <a:off x="4973864" y="1948684"/>
            <a:ext cx="3530841" cy="2421604"/>
            <a:chOff x="5033482" y="1972639"/>
            <a:chExt cx="3530841" cy="2421604"/>
          </a:xfrm>
        </p:grpSpPr>
        <p:sp>
          <p:nvSpPr>
            <p:cNvPr id="6" name="Google Shape;1523;p99">
              <a:extLst>
                <a:ext uri="{FF2B5EF4-FFF2-40B4-BE49-F238E27FC236}">
                  <a16:creationId xmlns:a16="http://schemas.microsoft.com/office/drawing/2014/main" id="{2D5AC305-13DD-4CE9-B819-4C5F2D5AF9FD}"/>
                </a:ext>
              </a:extLst>
            </p:cNvPr>
            <p:cNvSpPr/>
            <p:nvPr/>
          </p:nvSpPr>
          <p:spPr>
            <a:xfrm>
              <a:off x="5093367" y="2048712"/>
              <a:ext cx="447315" cy="500226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99"/>
            <p:cNvSpPr/>
            <p:nvPr/>
          </p:nvSpPr>
          <p:spPr>
            <a:xfrm>
              <a:off x="5033482" y="1972639"/>
              <a:ext cx="3530841" cy="2421604"/>
            </a:xfrm>
            <a:prstGeom prst="snip2DiagRect">
              <a:avLst>
                <a:gd name="adj1" fmla="val 0"/>
                <a:gd name="adj2" fmla="val 190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10AD33C-0B79-C236-F809-0BE013F60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5188" y="2111007"/>
              <a:ext cx="3307346" cy="2102108"/>
            </a:xfrm>
            <a:prstGeom prst="rect">
              <a:avLst/>
            </a:prstGeom>
          </p:spPr>
        </p:pic>
        <p:sp>
          <p:nvSpPr>
            <p:cNvPr id="8" name="Google Shape;1158;p85">
              <a:extLst>
                <a:ext uri="{FF2B5EF4-FFF2-40B4-BE49-F238E27FC236}">
                  <a16:creationId xmlns:a16="http://schemas.microsoft.com/office/drawing/2014/main" id="{A5277B67-40AC-D3BE-E2FD-DA6EBF66E6C3}"/>
                </a:ext>
              </a:extLst>
            </p:cNvPr>
            <p:cNvSpPr/>
            <p:nvPr/>
          </p:nvSpPr>
          <p:spPr>
            <a:xfrm>
              <a:off x="5093366" y="2048712"/>
              <a:ext cx="3470957" cy="2272557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65;p85">
            <a:extLst>
              <a:ext uri="{FF2B5EF4-FFF2-40B4-BE49-F238E27FC236}">
                <a16:creationId xmlns:a16="http://schemas.microsoft.com/office/drawing/2014/main" id="{73393356-CF59-6225-6125-F6FF28FACEA0}"/>
              </a:ext>
            </a:extLst>
          </p:cNvPr>
          <p:cNvSpPr/>
          <p:nvPr/>
        </p:nvSpPr>
        <p:spPr>
          <a:xfrm>
            <a:off x="3918632" y="1282789"/>
            <a:ext cx="4259448" cy="3076377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90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PDF Compressor</a:t>
            </a:r>
            <a:endParaRPr dirty="0"/>
          </a:p>
        </p:txBody>
      </p:sp>
      <p:sp>
        <p:nvSpPr>
          <p:cNvPr id="1310" name="Google Shape;1310;p90"/>
          <p:cNvSpPr txBox="1"/>
          <p:nvPr/>
        </p:nvSpPr>
        <p:spPr>
          <a:xfrm>
            <a:off x="965921" y="1411375"/>
            <a:ext cx="286364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accent4"/>
                </a:solidFill>
              </a:rPr>
              <a:t>Upload PDF File</a:t>
            </a:r>
            <a:endParaRPr sz="2000" b="1" dirty="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11" name="Google Shape;1311;p90"/>
          <p:cNvSpPr txBox="1"/>
          <p:nvPr/>
        </p:nvSpPr>
        <p:spPr>
          <a:xfrm>
            <a:off x="976071" y="3806877"/>
            <a:ext cx="286364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sz="1600" b="1" dirty="0">
                <a:solidFill>
                  <a:schemeClr val="accent4"/>
                </a:solidFill>
              </a:rPr>
              <a:t>One-Click PDF </a:t>
            </a:r>
          </a:p>
          <a:p>
            <a:pPr algn="ctr"/>
            <a:r>
              <a:rPr lang="en-IN" sz="1600" b="1" dirty="0">
                <a:solidFill>
                  <a:schemeClr val="accent4"/>
                </a:solidFill>
              </a:rPr>
              <a:t>Download</a:t>
            </a:r>
            <a:endParaRPr sz="1600" b="1" dirty="0">
              <a:solidFill>
                <a:schemeClr val="accent4"/>
              </a:solidFill>
              <a:sym typeface="IBM Plex Sans"/>
            </a:endParaRPr>
          </a:p>
        </p:txBody>
      </p:sp>
      <p:sp>
        <p:nvSpPr>
          <p:cNvPr id="1312" name="Google Shape;1312;p90"/>
          <p:cNvSpPr txBox="1"/>
          <p:nvPr/>
        </p:nvSpPr>
        <p:spPr>
          <a:xfrm>
            <a:off x="1003779" y="2965127"/>
            <a:ext cx="286364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600" b="1" dirty="0">
                <a:solidFill>
                  <a:schemeClr val="accent4"/>
                </a:solidFill>
              </a:rPr>
              <a:t>Compression Details</a:t>
            </a:r>
            <a:endParaRPr sz="1600" b="1" dirty="0">
              <a:solidFill>
                <a:schemeClr val="accent4"/>
              </a:solidFill>
              <a:sym typeface="IBM Plex Sans"/>
            </a:endParaRPr>
          </a:p>
        </p:txBody>
      </p:sp>
      <p:sp>
        <p:nvSpPr>
          <p:cNvPr id="1313" name="Google Shape;1313;p90"/>
          <p:cNvSpPr txBox="1"/>
          <p:nvPr/>
        </p:nvSpPr>
        <p:spPr>
          <a:xfrm>
            <a:off x="976071" y="2185171"/>
            <a:ext cx="286364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sz="1600" b="1" dirty="0">
                <a:solidFill>
                  <a:schemeClr val="accent4"/>
                </a:solidFill>
              </a:rPr>
              <a:t>Compression Analysis</a:t>
            </a:r>
            <a:endParaRPr sz="1600" b="1" dirty="0">
              <a:solidFill>
                <a:schemeClr val="accent4"/>
              </a:solidFill>
              <a:sym typeface="IBM Plex Sans"/>
            </a:endParaRPr>
          </a:p>
        </p:txBody>
      </p:sp>
      <p:sp>
        <p:nvSpPr>
          <p:cNvPr id="1314" name="Google Shape;1314;p90"/>
          <p:cNvSpPr/>
          <p:nvPr/>
        </p:nvSpPr>
        <p:spPr>
          <a:xfrm>
            <a:off x="1143191" y="1326175"/>
            <a:ext cx="2529409" cy="5727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90"/>
          <p:cNvSpPr/>
          <p:nvPr/>
        </p:nvSpPr>
        <p:spPr>
          <a:xfrm>
            <a:off x="1143191" y="2103050"/>
            <a:ext cx="2529409" cy="5727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90"/>
          <p:cNvSpPr/>
          <p:nvPr/>
        </p:nvSpPr>
        <p:spPr>
          <a:xfrm>
            <a:off x="1143191" y="2879963"/>
            <a:ext cx="2529409" cy="5727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90"/>
          <p:cNvSpPr/>
          <p:nvPr/>
        </p:nvSpPr>
        <p:spPr>
          <a:xfrm>
            <a:off x="1143191" y="3656888"/>
            <a:ext cx="2529409" cy="702278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18" name="Google Shape;1318;p90"/>
          <p:cNvCxnSpPr>
            <a:stCxn id="1314" idx="1"/>
            <a:endCxn id="1315" idx="3"/>
          </p:cNvCxnSpPr>
          <p:nvPr/>
        </p:nvCxnSpPr>
        <p:spPr>
          <a:xfrm>
            <a:off x="2407896" y="1898875"/>
            <a:ext cx="0" cy="20417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9" name="Google Shape;1319;p90"/>
          <p:cNvCxnSpPr>
            <a:stCxn id="1315" idx="1"/>
            <a:endCxn id="1316" idx="3"/>
          </p:cNvCxnSpPr>
          <p:nvPr/>
        </p:nvCxnSpPr>
        <p:spPr>
          <a:xfrm>
            <a:off x="2407896" y="2675750"/>
            <a:ext cx="0" cy="204213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0" name="Google Shape;1320;p90"/>
          <p:cNvCxnSpPr>
            <a:cxnSpLocks/>
            <a:stCxn id="1316" idx="1"/>
            <a:endCxn id="1317" idx="3"/>
          </p:cNvCxnSpPr>
          <p:nvPr/>
        </p:nvCxnSpPr>
        <p:spPr>
          <a:xfrm>
            <a:off x="2407896" y="3452663"/>
            <a:ext cx="0" cy="20422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188D380-1817-3026-968A-173EB7CA90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98" y="1332905"/>
            <a:ext cx="4179664" cy="2949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>
          <a:extLst>
            <a:ext uri="{FF2B5EF4-FFF2-40B4-BE49-F238E27FC236}">
              <a16:creationId xmlns:a16="http://schemas.microsoft.com/office/drawing/2014/main" id="{C0627CAE-1768-D5FC-E551-879D2C0A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0" descr="People doing teamwork illustration">
            <a:extLst>
              <a:ext uri="{FF2B5EF4-FFF2-40B4-BE49-F238E27FC236}">
                <a16:creationId xmlns:a16="http://schemas.microsoft.com/office/drawing/2014/main" id="{58ADF25D-868D-F961-97D0-2EA307DDD6DE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18409" r="18409"/>
          <a:stretch/>
        </p:blipFill>
        <p:spPr>
          <a:xfrm>
            <a:off x="6109621" y="2620050"/>
            <a:ext cx="2104800" cy="2104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05" name="Google Shape;805;p70" descr="Person and child sitting together">
            <a:extLst>
              <a:ext uri="{FF2B5EF4-FFF2-40B4-BE49-F238E27FC236}">
                <a16:creationId xmlns:a16="http://schemas.microsoft.com/office/drawing/2014/main" id="{C28CF686-6F86-3EC6-9C80-A91A67A3F12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rcRect l="14648" r="14648"/>
          <a:stretch/>
        </p:blipFill>
        <p:spPr>
          <a:xfrm>
            <a:off x="987978" y="1003230"/>
            <a:ext cx="2104800" cy="2104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67;p72">
            <a:extLst>
              <a:ext uri="{FF2B5EF4-FFF2-40B4-BE49-F238E27FC236}">
                <a16:creationId xmlns:a16="http://schemas.microsoft.com/office/drawing/2014/main" id="{F1D45602-17D6-B2DE-BEA2-14D24BABA366}"/>
              </a:ext>
            </a:extLst>
          </p:cNvPr>
          <p:cNvSpPr/>
          <p:nvPr/>
        </p:nvSpPr>
        <p:spPr>
          <a:xfrm>
            <a:off x="3255454" y="2994865"/>
            <a:ext cx="2940865" cy="1355171"/>
          </a:xfrm>
          <a:prstGeom prst="snip2DiagRect">
            <a:avLst>
              <a:gd name="adj1" fmla="val 1518"/>
              <a:gd name="adj2" fmla="val 24068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867;p72">
            <a:extLst>
              <a:ext uri="{FF2B5EF4-FFF2-40B4-BE49-F238E27FC236}">
                <a16:creationId xmlns:a16="http://schemas.microsoft.com/office/drawing/2014/main" id="{900C9E87-D0B8-A8C2-89AF-762A56EEA42D}"/>
              </a:ext>
            </a:extLst>
          </p:cNvPr>
          <p:cNvSpPr/>
          <p:nvPr/>
        </p:nvSpPr>
        <p:spPr>
          <a:xfrm>
            <a:off x="2903022" y="1353152"/>
            <a:ext cx="2767548" cy="1524801"/>
          </a:xfrm>
          <a:prstGeom prst="snip2DiagRect">
            <a:avLst>
              <a:gd name="adj1" fmla="val 1518"/>
              <a:gd name="adj2" fmla="val 24068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3" name="Google Shape;803;p70">
            <a:extLst>
              <a:ext uri="{FF2B5EF4-FFF2-40B4-BE49-F238E27FC236}">
                <a16:creationId xmlns:a16="http://schemas.microsoft.com/office/drawing/2014/main" id="{DD0508C7-7B44-EAF6-019B-A382EE2684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820" y="3749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 err="1"/>
              <a:t>Convertion</a:t>
            </a:r>
            <a:r>
              <a:rPr lang="en-IN" dirty="0"/>
              <a:t> Features</a:t>
            </a:r>
            <a:endParaRPr dirty="0"/>
          </a:p>
        </p:txBody>
      </p:sp>
      <p:sp>
        <p:nvSpPr>
          <p:cNvPr id="806" name="Google Shape;806;p70">
            <a:extLst>
              <a:ext uri="{FF2B5EF4-FFF2-40B4-BE49-F238E27FC236}">
                <a16:creationId xmlns:a16="http://schemas.microsoft.com/office/drawing/2014/main" id="{D53F19AE-12DD-5DCA-823E-7D791848D34A}"/>
              </a:ext>
            </a:extLst>
          </p:cNvPr>
          <p:cNvSpPr/>
          <p:nvPr/>
        </p:nvSpPr>
        <p:spPr>
          <a:xfrm>
            <a:off x="3011502" y="1510524"/>
            <a:ext cx="2767548" cy="144004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70">
            <a:extLst>
              <a:ext uri="{FF2B5EF4-FFF2-40B4-BE49-F238E27FC236}">
                <a16:creationId xmlns:a16="http://schemas.microsoft.com/office/drawing/2014/main" id="{06FA7C71-7AFF-DB08-B7E7-C5CB5F2A34F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12000" y="1554825"/>
            <a:ext cx="189526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200" dirty="0"/>
              <a:t>PDF to Word</a:t>
            </a:r>
            <a:endParaRPr sz="2200" dirty="0"/>
          </a:p>
        </p:txBody>
      </p:sp>
      <p:sp>
        <p:nvSpPr>
          <p:cNvPr id="809" name="Google Shape;809;p70">
            <a:extLst>
              <a:ext uri="{FF2B5EF4-FFF2-40B4-BE49-F238E27FC236}">
                <a16:creationId xmlns:a16="http://schemas.microsoft.com/office/drawing/2014/main" id="{B2504F37-BD9B-EE22-E442-5D77871D8D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12000" y="2055630"/>
            <a:ext cx="2270653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Convert PDF documents into fully editable Word files instantly.</a:t>
            </a:r>
            <a:endParaRPr dirty="0"/>
          </a:p>
        </p:txBody>
      </p:sp>
      <p:sp>
        <p:nvSpPr>
          <p:cNvPr id="810" name="Google Shape;810;p70">
            <a:extLst>
              <a:ext uri="{FF2B5EF4-FFF2-40B4-BE49-F238E27FC236}">
                <a16:creationId xmlns:a16="http://schemas.microsoft.com/office/drawing/2014/main" id="{0A141BD2-0663-3536-1CCC-7BEA172E9B82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3815400" y="3079625"/>
            <a:ext cx="2016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200" dirty="0"/>
              <a:t>Word to PDF</a:t>
            </a:r>
            <a:endParaRPr sz="2200" dirty="0"/>
          </a:p>
        </p:txBody>
      </p:sp>
      <p:sp>
        <p:nvSpPr>
          <p:cNvPr id="811" name="Google Shape;811;p70">
            <a:extLst>
              <a:ext uri="{FF2B5EF4-FFF2-40B4-BE49-F238E27FC236}">
                <a16:creationId xmlns:a16="http://schemas.microsoft.com/office/drawing/2014/main" id="{A8F0BE3A-279D-5ABD-1D91-DD43CF43FE1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815400" y="3562134"/>
            <a:ext cx="2286796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Convert Word documents into high-quality PDF files instantly.</a:t>
            </a:r>
            <a:endParaRPr dirty="0"/>
          </a:p>
        </p:txBody>
      </p:sp>
      <p:grpSp>
        <p:nvGrpSpPr>
          <p:cNvPr id="812" name="Google Shape;812;p70">
            <a:extLst>
              <a:ext uri="{FF2B5EF4-FFF2-40B4-BE49-F238E27FC236}">
                <a16:creationId xmlns:a16="http://schemas.microsoft.com/office/drawing/2014/main" id="{147378D7-03D2-A118-83F7-6BDCDE4C7785}"/>
              </a:ext>
            </a:extLst>
          </p:cNvPr>
          <p:cNvGrpSpPr/>
          <p:nvPr/>
        </p:nvGrpSpPr>
        <p:grpSpPr>
          <a:xfrm flipH="1">
            <a:off x="-230" y="3862824"/>
            <a:ext cx="2947684" cy="527672"/>
            <a:chOff x="1358103" y="3291921"/>
            <a:chExt cx="3368397" cy="603054"/>
          </a:xfrm>
        </p:grpSpPr>
        <p:sp>
          <p:nvSpPr>
            <p:cNvPr id="813" name="Google Shape;813;p70">
              <a:extLst>
                <a:ext uri="{FF2B5EF4-FFF2-40B4-BE49-F238E27FC236}">
                  <a16:creationId xmlns:a16="http://schemas.microsoft.com/office/drawing/2014/main" id="{F73BC77E-3158-FA64-A4D0-0AACD1CDA7A1}"/>
                </a:ext>
              </a:extLst>
            </p:cNvPr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70">
              <a:extLst>
                <a:ext uri="{FF2B5EF4-FFF2-40B4-BE49-F238E27FC236}">
                  <a16:creationId xmlns:a16="http://schemas.microsoft.com/office/drawing/2014/main" id="{805534DC-94E3-43FC-4AE8-84B25FE3FE2C}"/>
                </a:ext>
              </a:extLst>
            </p:cNvPr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5" name="Google Shape;815;p70">
            <a:extLst>
              <a:ext uri="{FF2B5EF4-FFF2-40B4-BE49-F238E27FC236}">
                <a16:creationId xmlns:a16="http://schemas.microsoft.com/office/drawing/2014/main" id="{8415B848-6B18-0B14-E350-947305EB1CE9}"/>
              </a:ext>
            </a:extLst>
          </p:cNvPr>
          <p:cNvGrpSpPr/>
          <p:nvPr/>
        </p:nvGrpSpPr>
        <p:grpSpPr>
          <a:xfrm rot="10800000" flipH="1">
            <a:off x="6196320" y="1399361"/>
            <a:ext cx="2947684" cy="527672"/>
            <a:chOff x="1358103" y="3291921"/>
            <a:chExt cx="3368397" cy="603054"/>
          </a:xfrm>
        </p:grpSpPr>
        <p:sp>
          <p:nvSpPr>
            <p:cNvPr id="816" name="Google Shape;816;p70">
              <a:extLst>
                <a:ext uri="{FF2B5EF4-FFF2-40B4-BE49-F238E27FC236}">
                  <a16:creationId xmlns:a16="http://schemas.microsoft.com/office/drawing/2014/main" id="{B75988ED-3A7B-5052-F5AE-3B0C3D464D98}"/>
                </a:ext>
              </a:extLst>
            </p:cNvPr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70">
              <a:extLst>
                <a:ext uri="{FF2B5EF4-FFF2-40B4-BE49-F238E27FC236}">
                  <a16:creationId xmlns:a16="http://schemas.microsoft.com/office/drawing/2014/main" id="{4C3DD7BA-BFE9-3E88-8687-3B1495E6D873}"/>
                </a:ext>
              </a:extLst>
            </p:cNvPr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8" name="Google Shape;818;p70">
            <a:extLst>
              <a:ext uri="{FF2B5EF4-FFF2-40B4-BE49-F238E27FC236}">
                <a16:creationId xmlns:a16="http://schemas.microsoft.com/office/drawing/2014/main" id="{B760F9D9-488B-4AFE-FEFD-D9B6FF63D636}"/>
              </a:ext>
            </a:extLst>
          </p:cNvPr>
          <p:cNvGrpSpPr/>
          <p:nvPr/>
        </p:nvGrpSpPr>
        <p:grpSpPr>
          <a:xfrm>
            <a:off x="7827710" y="4530982"/>
            <a:ext cx="943732" cy="306757"/>
            <a:chOff x="7827710" y="4530982"/>
            <a:chExt cx="943732" cy="306757"/>
          </a:xfrm>
        </p:grpSpPr>
        <p:grpSp>
          <p:nvGrpSpPr>
            <p:cNvPr id="819" name="Google Shape;819;p70">
              <a:extLst>
                <a:ext uri="{FF2B5EF4-FFF2-40B4-BE49-F238E27FC236}">
                  <a16:creationId xmlns:a16="http://schemas.microsoft.com/office/drawing/2014/main" id="{DC939570-6087-EEB4-67F7-EF5EAFA37783}"/>
                </a:ext>
              </a:extLst>
            </p:cNvPr>
            <p:cNvGrpSpPr/>
            <p:nvPr/>
          </p:nvGrpSpPr>
          <p:grpSpPr>
            <a:xfrm>
              <a:off x="7827710" y="4530982"/>
              <a:ext cx="943732" cy="63948"/>
              <a:chOff x="3779200" y="1371600"/>
              <a:chExt cx="1615980" cy="109500"/>
            </a:xfrm>
          </p:grpSpPr>
          <p:sp>
            <p:nvSpPr>
              <p:cNvPr id="820" name="Google Shape;820;p70">
                <a:extLst>
                  <a:ext uri="{FF2B5EF4-FFF2-40B4-BE49-F238E27FC236}">
                    <a16:creationId xmlns:a16="http://schemas.microsoft.com/office/drawing/2014/main" id="{CAF2A2EF-2C2A-52BD-984A-D2292590C922}"/>
                  </a:ext>
                </a:extLst>
              </p:cNvPr>
              <p:cNvSpPr/>
              <p:nvPr/>
            </p:nvSpPr>
            <p:spPr>
              <a:xfrm>
                <a:off x="377920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70">
                <a:extLst>
                  <a:ext uri="{FF2B5EF4-FFF2-40B4-BE49-F238E27FC236}">
                    <a16:creationId xmlns:a16="http://schemas.microsoft.com/office/drawing/2014/main" id="{A237DB62-F661-0625-AC5B-E0287CD09FCD}"/>
                  </a:ext>
                </a:extLst>
              </p:cNvPr>
              <p:cNvSpPr/>
              <p:nvPr/>
            </p:nvSpPr>
            <p:spPr>
              <a:xfrm>
                <a:off x="415582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70">
                <a:extLst>
                  <a:ext uri="{FF2B5EF4-FFF2-40B4-BE49-F238E27FC236}">
                    <a16:creationId xmlns:a16="http://schemas.microsoft.com/office/drawing/2014/main" id="{88F087FC-96BC-BF4B-D432-640EC03E323D}"/>
                  </a:ext>
                </a:extLst>
              </p:cNvPr>
              <p:cNvSpPr/>
              <p:nvPr/>
            </p:nvSpPr>
            <p:spPr>
              <a:xfrm>
                <a:off x="453244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70">
                <a:extLst>
                  <a:ext uri="{FF2B5EF4-FFF2-40B4-BE49-F238E27FC236}">
                    <a16:creationId xmlns:a16="http://schemas.microsoft.com/office/drawing/2014/main" id="{53362BE9-5293-EABD-5F7E-BF44195F56FC}"/>
                  </a:ext>
                </a:extLst>
              </p:cNvPr>
              <p:cNvSpPr/>
              <p:nvPr/>
            </p:nvSpPr>
            <p:spPr>
              <a:xfrm>
                <a:off x="490906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70">
                <a:extLst>
                  <a:ext uri="{FF2B5EF4-FFF2-40B4-BE49-F238E27FC236}">
                    <a16:creationId xmlns:a16="http://schemas.microsoft.com/office/drawing/2014/main" id="{0DF43AC3-2646-6258-5062-C6AC5A78AAA0}"/>
                  </a:ext>
                </a:extLst>
              </p:cNvPr>
              <p:cNvSpPr/>
              <p:nvPr/>
            </p:nvSpPr>
            <p:spPr>
              <a:xfrm>
                <a:off x="528568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5" name="Google Shape;825;p70">
              <a:extLst>
                <a:ext uri="{FF2B5EF4-FFF2-40B4-BE49-F238E27FC236}">
                  <a16:creationId xmlns:a16="http://schemas.microsoft.com/office/drawing/2014/main" id="{645D9A05-0406-FCCE-116C-49228503D52E}"/>
                </a:ext>
              </a:extLst>
            </p:cNvPr>
            <p:cNvGrpSpPr/>
            <p:nvPr/>
          </p:nvGrpSpPr>
          <p:grpSpPr>
            <a:xfrm>
              <a:off x="7827710" y="4773790"/>
              <a:ext cx="943732" cy="63948"/>
              <a:chOff x="3779200" y="1371600"/>
              <a:chExt cx="1615980" cy="109500"/>
            </a:xfrm>
          </p:grpSpPr>
          <p:sp>
            <p:nvSpPr>
              <p:cNvPr id="826" name="Google Shape;826;p70">
                <a:extLst>
                  <a:ext uri="{FF2B5EF4-FFF2-40B4-BE49-F238E27FC236}">
                    <a16:creationId xmlns:a16="http://schemas.microsoft.com/office/drawing/2014/main" id="{A9B6780E-3898-F32D-6CCB-76CC61AA2FD3}"/>
                  </a:ext>
                </a:extLst>
              </p:cNvPr>
              <p:cNvSpPr/>
              <p:nvPr/>
            </p:nvSpPr>
            <p:spPr>
              <a:xfrm>
                <a:off x="377920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70">
                <a:extLst>
                  <a:ext uri="{FF2B5EF4-FFF2-40B4-BE49-F238E27FC236}">
                    <a16:creationId xmlns:a16="http://schemas.microsoft.com/office/drawing/2014/main" id="{AEA9D871-0590-0EC0-2B2B-D62E71AAEE57}"/>
                  </a:ext>
                </a:extLst>
              </p:cNvPr>
              <p:cNvSpPr/>
              <p:nvPr/>
            </p:nvSpPr>
            <p:spPr>
              <a:xfrm>
                <a:off x="415582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70">
                <a:extLst>
                  <a:ext uri="{FF2B5EF4-FFF2-40B4-BE49-F238E27FC236}">
                    <a16:creationId xmlns:a16="http://schemas.microsoft.com/office/drawing/2014/main" id="{09E213DE-70EA-3B84-0C36-0CF520B3DAF2}"/>
                  </a:ext>
                </a:extLst>
              </p:cNvPr>
              <p:cNvSpPr/>
              <p:nvPr/>
            </p:nvSpPr>
            <p:spPr>
              <a:xfrm>
                <a:off x="453244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70">
                <a:extLst>
                  <a:ext uri="{FF2B5EF4-FFF2-40B4-BE49-F238E27FC236}">
                    <a16:creationId xmlns:a16="http://schemas.microsoft.com/office/drawing/2014/main" id="{B7519037-3CCC-D912-0715-80F9DF941816}"/>
                  </a:ext>
                </a:extLst>
              </p:cNvPr>
              <p:cNvSpPr/>
              <p:nvPr/>
            </p:nvSpPr>
            <p:spPr>
              <a:xfrm>
                <a:off x="490906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70">
                <a:extLst>
                  <a:ext uri="{FF2B5EF4-FFF2-40B4-BE49-F238E27FC236}">
                    <a16:creationId xmlns:a16="http://schemas.microsoft.com/office/drawing/2014/main" id="{154009F2-114E-9C87-429E-B109E5C0DDB3}"/>
                  </a:ext>
                </a:extLst>
              </p:cNvPr>
              <p:cNvSpPr/>
              <p:nvPr/>
            </p:nvSpPr>
            <p:spPr>
              <a:xfrm>
                <a:off x="5285680" y="1371600"/>
                <a:ext cx="109500" cy="109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1" name="Google Shape;831;p70">
            <a:extLst>
              <a:ext uri="{FF2B5EF4-FFF2-40B4-BE49-F238E27FC236}">
                <a16:creationId xmlns:a16="http://schemas.microsoft.com/office/drawing/2014/main" id="{27E55BCC-0409-744D-852D-FB5858934977}"/>
              </a:ext>
            </a:extLst>
          </p:cNvPr>
          <p:cNvSpPr/>
          <p:nvPr/>
        </p:nvSpPr>
        <p:spPr>
          <a:xfrm rot="10800000" flipH="1">
            <a:off x="289825" y="2343925"/>
            <a:ext cx="1518900" cy="1518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70">
            <a:extLst>
              <a:ext uri="{FF2B5EF4-FFF2-40B4-BE49-F238E27FC236}">
                <a16:creationId xmlns:a16="http://schemas.microsoft.com/office/drawing/2014/main" id="{93C6F054-2B1F-7798-B759-D810457BAD65}"/>
              </a:ext>
            </a:extLst>
          </p:cNvPr>
          <p:cNvSpPr/>
          <p:nvPr/>
        </p:nvSpPr>
        <p:spPr>
          <a:xfrm>
            <a:off x="3364950" y="3035324"/>
            <a:ext cx="2917500" cy="1355171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633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86"/>
          <p:cNvSpPr txBox="1">
            <a:spLocks noGrp="1"/>
          </p:cNvSpPr>
          <p:nvPr>
            <p:ph type="title"/>
          </p:nvPr>
        </p:nvSpPr>
        <p:spPr>
          <a:xfrm>
            <a:off x="720000" y="602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Cover Letter Builder</a:t>
            </a:r>
            <a:endParaRPr dirty="0"/>
          </a:p>
        </p:txBody>
      </p:sp>
      <p:graphicFrame>
        <p:nvGraphicFramePr>
          <p:cNvPr id="1208" name="Google Shape;1208;p86"/>
          <p:cNvGraphicFramePr/>
          <p:nvPr>
            <p:extLst>
              <p:ext uri="{D42A27DB-BD31-4B8C-83A1-F6EECF244321}">
                <p14:modId xmlns:p14="http://schemas.microsoft.com/office/powerpoint/2010/main" val="3624665521"/>
              </p:ext>
            </p:extLst>
          </p:nvPr>
        </p:nvGraphicFramePr>
        <p:xfrm>
          <a:off x="952500" y="1517650"/>
          <a:ext cx="7239000" cy="2889300"/>
        </p:xfrm>
        <a:graphic>
          <a:graphicData uri="http://schemas.openxmlformats.org/drawingml/2006/table">
            <a:tbl>
              <a:tblPr>
                <a:noFill/>
                <a:tableStyleId>{6A4FE543-DCBC-4421-A120-823E920289DD}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2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>
                          <a:solidFill>
                            <a:schemeClr val="accent4"/>
                          </a:solidFill>
                        </a:rPr>
                        <a:t>Grammar Improvement</a:t>
                      </a:r>
                      <a:endParaRPr sz="2000" b="1" dirty="0">
                        <a:solidFill>
                          <a:schemeClr val="accent4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54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2000" b="1" i="0" u="none" strike="noStrike" cap="none" dirty="0">
                          <a:solidFill>
                            <a:schemeClr val="accent4"/>
                          </a:solidFill>
                          <a:latin typeface="Arial"/>
                          <a:cs typeface="Arial"/>
                          <a:sym typeface="Arial"/>
                        </a:rPr>
                        <a:t>Job-Specific Content </a:t>
                      </a:r>
                      <a:endParaRPr sz="2000" b="1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"/>
                        <a:cs typeface="Arial"/>
                        <a:sym typeface="IBM Plex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54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2000" b="1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"/>
                        <a:cs typeface="Arial"/>
                        <a:sym typeface="IBM Plex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54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>
                          <a:solidFill>
                            <a:schemeClr val="accent4"/>
                          </a:solidFill>
                        </a:rPr>
                        <a:t>Corrects grammar and writing mistakes</a:t>
                      </a:r>
                      <a:endParaRPr sz="1500" dirty="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500" b="0" i="0" u="none" strike="noStrike" cap="none" dirty="0">
                          <a:solidFill>
                            <a:schemeClr val="accent4"/>
                          </a:solidFill>
                          <a:latin typeface="Arial"/>
                          <a:cs typeface="Arial"/>
                          <a:sym typeface="Arial"/>
                        </a:rPr>
                        <a:t>Generates role-specific personalized content</a:t>
                      </a:r>
                      <a:endParaRPr sz="1500" b="0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 Medium"/>
                        <a:cs typeface="Arial"/>
                        <a:sym typeface="IBM Plex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500" b="0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 Medium"/>
                        <a:cs typeface="Arial"/>
                        <a:sym typeface="IBM Plex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000" b="1" i="0" u="none" strike="noStrike" cap="none" dirty="0">
                          <a:solidFill>
                            <a:schemeClr val="accent4"/>
                          </a:solidFill>
                          <a:latin typeface="Arial"/>
                          <a:cs typeface="Arial"/>
                          <a:sym typeface="Arial"/>
                        </a:rPr>
                        <a:t>PDF Download Support</a:t>
                      </a:r>
                      <a:endParaRPr sz="2000" b="1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 Medium"/>
                        <a:cs typeface="Arial"/>
                        <a:sym typeface="IBM Plex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000" b="1" i="0" u="none" strike="noStrike" cap="none" dirty="0">
                          <a:solidFill>
                            <a:schemeClr val="accent4"/>
                          </a:solidFill>
                          <a:latin typeface="Arial"/>
                          <a:cs typeface="Arial"/>
                          <a:sym typeface="Arial"/>
                        </a:rPr>
                        <a:t>Auto Information Fill</a:t>
                      </a:r>
                      <a:endParaRPr sz="2000" b="1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 Medium"/>
                        <a:cs typeface="Arial"/>
                        <a:sym typeface="IBM Plex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b="1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 Medium"/>
                        <a:cs typeface="Arial"/>
                        <a:sym typeface="IBM Plex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500" b="0" i="0" u="none" strike="noStrike" cap="none" dirty="0">
                          <a:solidFill>
                            <a:schemeClr val="accent4"/>
                          </a:solidFill>
                          <a:latin typeface="Arial"/>
                          <a:cs typeface="Arial"/>
                          <a:sym typeface="Arial"/>
                        </a:rPr>
                        <a:t>Download cover letters as PDF</a:t>
                      </a:r>
                      <a:endParaRPr sz="1500" b="0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"/>
                        <a:cs typeface="Arial"/>
                        <a:sym typeface="IBM Plex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54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500" b="0" i="0" u="none" strike="noStrike" cap="none" dirty="0">
                          <a:solidFill>
                            <a:schemeClr val="accent4"/>
                          </a:solidFill>
                          <a:latin typeface="Arial"/>
                          <a:cs typeface="Arial"/>
                          <a:sym typeface="Arial"/>
                        </a:rPr>
                        <a:t>Automatically fills user information</a:t>
                      </a:r>
                      <a:endParaRPr sz="1500" b="0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"/>
                        <a:cs typeface="Arial"/>
                        <a:sym typeface="IBM Plex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54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500" b="0" i="0" u="none" strike="noStrike" cap="none" dirty="0">
                        <a:solidFill>
                          <a:schemeClr val="accent4"/>
                        </a:solidFill>
                        <a:latin typeface="Arial"/>
                        <a:ea typeface="IBM Plex Sans"/>
                        <a:cs typeface="Arial"/>
                        <a:sym typeface="IBM Plex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2054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4479D79-E0BB-C07E-44A2-C57F44332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949" y="1517650"/>
            <a:ext cx="2527301" cy="28892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94"/>
          <p:cNvSpPr/>
          <p:nvPr/>
        </p:nvSpPr>
        <p:spPr>
          <a:xfrm>
            <a:off x="4123918" y="1308400"/>
            <a:ext cx="858600" cy="8586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94"/>
          <p:cNvSpPr/>
          <p:nvPr/>
        </p:nvSpPr>
        <p:spPr>
          <a:xfrm>
            <a:off x="4142644" y="2442200"/>
            <a:ext cx="858600" cy="8586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94"/>
          <p:cNvSpPr/>
          <p:nvPr/>
        </p:nvSpPr>
        <p:spPr>
          <a:xfrm>
            <a:off x="4142644" y="3575950"/>
            <a:ext cx="858600" cy="8586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94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Skill Gap Analyzer</a:t>
            </a:r>
            <a:endParaRPr dirty="0"/>
          </a:p>
        </p:txBody>
      </p:sp>
      <p:sp>
        <p:nvSpPr>
          <p:cNvPr id="1394" name="Google Shape;1394;p94"/>
          <p:cNvSpPr txBox="1">
            <a:spLocks noGrp="1"/>
          </p:cNvSpPr>
          <p:nvPr>
            <p:ph type="title" idx="2"/>
          </p:nvPr>
        </p:nvSpPr>
        <p:spPr>
          <a:xfrm>
            <a:off x="5198756" y="1168750"/>
            <a:ext cx="3225244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300" dirty="0"/>
              <a:t>Skill Gap Analysis</a:t>
            </a:r>
            <a:endParaRPr sz="2300" dirty="0"/>
          </a:p>
        </p:txBody>
      </p:sp>
      <p:sp>
        <p:nvSpPr>
          <p:cNvPr id="1395" name="Google Shape;1395;p94"/>
          <p:cNvSpPr txBox="1">
            <a:spLocks noGrp="1"/>
          </p:cNvSpPr>
          <p:nvPr>
            <p:ph type="subTitle" idx="1"/>
          </p:nvPr>
        </p:nvSpPr>
        <p:spPr>
          <a:xfrm>
            <a:off x="5196925" y="1696447"/>
            <a:ext cx="313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600" dirty="0"/>
              <a:t>Identifies missing career skills</a:t>
            </a:r>
            <a:endParaRPr sz="1600" dirty="0"/>
          </a:p>
        </p:txBody>
      </p:sp>
      <p:sp>
        <p:nvSpPr>
          <p:cNvPr id="1396" name="Google Shape;1396;p94"/>
          <p:cNvSpPr txBox="1">
            <a:spLocks noGrp="1"/>
          </p:cNvSpPr>
          <p:nvPr>
            <p:ph type="title" idx="3"/>
          </p:nvPr>
        </p:nvSpPr>
        <p:spPr>
          <a:xfrm>
            <a:off x="5196924" y="2299857"/>
            <a:ext cx="3085799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300" dirty="0"/>
              <a:t>Skill Match Score</a:t>
            </a:r>
            <a:endParaRPr sz="2300" dirty="0"/>
          </a:p>
        </p:txBody>
      </p:sp>
      <p:sp>
        <p:nvSpPr>
          <p:cNvPr id="1397" name="Google Shape;1397;p94"/>
          <p:cNvSpPr txBox="1">
            <a:spLocks noGrp="1"/>
          </p:cNvSpPr>
          <p:nvPr>
            <p:ph type="subTitle" idx="4"/>
          </p:nvPr>
        </p:nvSpPr>
        <p:spPr>
          <a:xfrm>
            <a:off x="5197702" y="2829849"/>
            <a:ext cx="3570479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sz="1600" dirty="0"/>
              <a:t>Calculates overall skill compatibility</a:t>
            </a:r>
            <a:endParaRPr sz="1600" dirty="0"/>
          </a:p>
        </p:txBody>
      </p:sp>
      <p:sp>
        <p:nvSpPr>
          <p:cNvPr id="1398" name="Google Shape;1398;p94"/>
          <p:cNvSpPr txBox="1">
            <a:spLocks noGrp="1"/>
          </p:cNvSpPr>
          <p:nvPr>
            <p:ph type="title" idx="5"/>
          </p:nvPr>
        </p:nvSpPr>
        <p:spPr>
          <a:xfrm>
            <a:off x="5196926" y="3430965"/>
            <a:ext cx="3375574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300" dirty="0"/>
              <a:t>Personalized Roadmap</a:t>
            </a:r>
            <a:endParaRPr sz="2300" dirty="0"/>
          </a:p>
        </p:txBody>
      </p:sp>
      <p:sp>
        <p:nvSpPr>
          <p:cNvPr id="1399" name="Google Shape;1399;p94"/>
          <p:cNvSpPr txBox="1">
            <a:spLocks noGrp="1"/>
          </p:cNvSpPr>
          <p:nvPr>
            <p:ph type="subTitle" idx="6"/>
          </p:nvPr>
        </p:nvSpPr>
        <p:spPr>
          <a:xfrm>
            <a:off x="5198425" y="3936620"/>
            <a:ext cx="31287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sz="1600" dirty="0"/>
              <a:t>Creates customized learning path</a:t>
            </a:r>
            <a:endParaRPr sz="1600" dirty="0"/>
          </a:p>
        </p:txBody>
      </p:sp>
      <p:sp>
        <p:nvSpPr>
          <p:cNvPr id="1400" name="Google Shape;1400;p94"/>
          <p:cNvSpPr txBox="1">
            <a:spLocks noGrp="1"/>
          </p:cNvSpPr>
          <p:nvPr>
            <p:ph type="title" idx="7"/>
          </p:nvPr>
        </p:nvSpPr>
        <p:spPr>
          <a:xfrm>
            <a:off x="4010579" y="1500185"/>
            <a:ext cx="10854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01" name="Google Shape;1401;p94"/>
          <p:cNvSpPr txBox="1">
            <a:spLocks noGrp="1"/>
          </p:cNvSpPr>
          <p:nvPr>
            <p:ph type="title" idx="8"/>
          </p:nvPr>
        </p:nvSpPr>
        <p:spPr>
          <a:xfrm>
            <a:off x="4029300" y="2633994"/>
            <a:ext cx="10854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02" name="Google Shape;1402;p94"/>
          <p:cNvSpPr txBox="1">
            <a:spLocks noGrp="1"/>
          </p:cNvSpPr>
          <p:nvPr>
            <p:ph type="title" idx="9"/>
          </p:nvPr>
        </p:nvSpPr>
        <p:spPr>
          <a:xfrm>
            <a:off x="4029300" y="3767720"/>
            <a:ext cx="10854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403" name="Google Shape;1403;p94"/>
          <p:cNvGrpSpPr/>
          <p:nvPr/>
        </p:nvGrpSpPr>
        <p:grpSpPr>
          <a:xfrm flipH="1">
            <a:off x="-5" y="234586"/>
            <a:ext cx="2947684" cy="527672"/>
            <a:chOff x="1358103" y="3291921"/>
            <a:chExt cx="3368397" cy="603054"/>
          </a:xfrm>
        </p:grpSpPr>
        <p:sp>
          <p:nvSpPr>
            <p:cNvPr id="1404" name="Google Shape;1404;p94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94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06" name="Google Shape;1406;p94"/>
          <p:cNvPicPr preferRelativeResize="0">
            <a:picLocks noGrp="1"/>
          </p:cNvPicPr>
          <p:nvPr>
            <p:ph type="pic" idx="13"/>
          </p:nvPr>
        </p:nvPicPr>
        <p:blipFill>
          <a:blip r:embed="rId3">
            <a:alphaModFix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960" r="18960"/>
          <a:stretch/>
        </p:blipFill>
        <p:spPr>
          <a:xfrm>
            <a:off x="720000" y="1571500"/>
            <a:ext cx="3085800" cy="2796000"/>
          </a:xfrm>
          <a:prstGeom prst="snip2DiagRect">
            <a:avLst>
              <a:gd name="adj1" fmla="val 0"/>
              <a:gd name="adj2" fmla="val 16667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1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1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>
          <a:extLst>
            <a:ext uri="{FF2B5EF4-FFF2-40B4-BE49-F238E27FC236}">
              <a16:creationId xmlns:a16="http://schemas.microsoft.com/office/drawing/2014/main" id="{D0A67C98-91D9-A0DD-5D35-7407C7DB0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94">
            <a:extLst>
              <a:ext uri="{FF2B5EF4-FFF2-40B4-BE49-F238E27FC236}">
                <a16:creationId xmlns:a16="http://schemas.microsoft.com/office/drawing/2014/main" id="{9B5112A4-0BD2-5041-EC02-ACB447E9524C}"/>
              </a:ext>
            </a:extLst>
          </p:cNvPr>
          <p:cNvSpPr/>
          <p:nvPr/>
        </p:nvSpPr>
        <p:spPr>
          <a:xfrm>
            <a:off x="4123918" y="1308400"/>
            <a:ext cx="858600" cy="8586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94">
            <a:extLst>
              <a:ext uri="{FF2B5EF4-FFF2-40B4-BE49-F238E27FC236}">
                <a16:creationId xmlns:a16="http://schemas.microsoft.com/office/drawing/2014/main" id="{F3D029C5-481E-7280-4E50-F6A033B9BB31}"/>
              </a:ext>
            </a:extLst>
          </p:cNvPr>
          <p:cNvSpPr/>
          <p:nvPr/>
        </p:nvSpPr>
        <p:spPr>
          <a:xfrm>
            <a:off x="4142644" y="2442200"/>
            <a:ext cx="858600" cy="8586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94">
            <a:extLst>
              <a:ext uri="{FF2B5EF4-FFF2-40B4-BE49-F238E27FC236}">
                <a16:creationId xmlns:a16="http://schemas.microsoft.com/office/drawing/2014/main" id="{0ED27EF4-5AC5-9AFB-637A-BEFA949F708C}"/>
              </a:ext>
            </a:extLst>
          </p:cNvPr>
          <p:cNvSpPr/>
          <p:nvPr/>
        </p:nvSpPr>
        <p:spPr>
          <a:xfrm>
            <a:off x="4142644" y="3575950"/>
            <a:ext cx="858600" cy="8586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94">
            <a:extLst>
              <a:ext uri="{FF2B5EF4-FFF2-40B4-BE49-F238E27FC236}">
                <a16:creationId xmlns:a16="http://schemas.microsoft.com/office/drawing/2014/main" id="{023278DF-4309-D284-FDFC-A1DB6FBE25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Skill Gap Analyzer</a:t>
            </a:r>
            <a:endParaRPr dirty="0"/>
          </a:p>
        </p:txBody>
      </p:sp>
      <p:sp>
        <p:nvSpPr>
          <p:cNvPr id="1394" name="Google Shape;1394;p94">
            <a:extLst>
              <a:ext uri="{FF2B5EF4-FFF2-40B4-BE49-F238E27FC236}">
                <a16:creationId xmlns:a16="http://schemas.microsoft.com/office/drawing/2014/main" id="{C56F01EC-EE78-0B9E-C105-4444605128D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198756" y="1168750"/>
            <a:ext cx="3342776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300" dirty="0"/>
              <a:t>Priority Skills</a:t>
            </a:r>
            <a:endParaRPr sz="2300" dirty="0"/>
          </a:p>
        </p:txBody>
      </p:sp>
      <p:sp>
        <p:nvSpPr>
          <p:cNvPr id="1395" name="Google Shape;1395;p94">
            <a:extLst>
              <a:ext uri="{FF2B5EF4-FFF2-40B4-BE49-F238E27FC236}">
                <a16:creationId xmlns:a16="http://schemas.microsoft.com/office/drawing/2014/main" id="{61D60EAE-5F28-A208-A59E-6124D89D77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96925" y="1696447"/>
            <a:ext cx="313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600" dirty="0"/>
              <a:t>Highlights most important skills</a:t>
            </a:r>
            <a:endParaRPr sz="1600" dirty="0"/>
          </a:p>
        </p:txBody>
      </p:sp>
      <p:sp>
        <p:nvSpPr>
          <p:cNvPr id="1396" name="Google Shape;1396;p94">
            <a:extLst>
              <a:ext uri="{FF2B5EF4-FFF2-40B4-BE49-F238E27FC236}">
                <a16:creationId xmlns:a16="http://schemas.microsoft.com/office/drawing/2014/main" id="{290A6324-5A15-0AB0-C99F-0BF442E37FDC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5196924" y="2299857"/>
            <a:ext cx="3553375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Learning Resources</a:t>
            </a:r>
            <a:endParaRPr dirty="0"/>
          </a:p>
        </p:txBody>
      </p:sp>
      <p:sp>
        <p:nvSpPr>
          <p:cNvPr id="1397" name="Google Shape;1397;p94">
            <a:extLst>
              <a:ext uri="{FF2B5EF4-FFF2-40B4-BE49-F238E27FC236}">
                <a16:creationId xmlns:a16="http://schemas.microsoft.com/office/drawing/2014/main" id="{3CF084AF-34BC-DF8B-466E-22A4658BE16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197703" y="2829849"/>
            <a:ext cx="31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600" dirty="0"/>
              <a:t>Suggests courses and tutorials</a:t>
            </a:r>
            <a:endParaRPr sz="1600" dirty="0"/>
          </a:p>
        </p:txBody>
      </p:sp>
      <p:sp>
        <p:nvSpPr>
          <p:cNvPr id="1398" name="Google Shape;1398;p94">
            <a:extLst>
              <a:ext uri="{FF2B5EF4-FFF2-40B4-BE49-F238E27FC236}">
                <a16:creationId xmlns:a16="http://schemas.microsoft.com/office/drawing/2014/main" id="{1FF07002-3818-956C-131B-63DDE85D53F8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5196926" y="3430965"/>
            <a:ext cx="3344606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Project Recommend</a:t>
            </a:r>
            <a:endParaRPr dirty="0"/>
          </a:p>
        </p:txBody>
      </p:sp>
      <p:sp>
        <p:nvSpPr>
          <p:cNvPr id="1399" name="Google Shape;1399;p94">
            <a:extLst>
              <a:ext uri="{FF2B5EF4-FFF2-40B4-BE49-F238E27FC236}">
                <a16:creationId xmlns:a16="http://schemas.microsoft.com/office/drawing/2014/main" id="{2AE56C9D-E764-B70C-C098-A3D98F2778D8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197703" y="3960250"/>
            <a:ext cx="31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600" dirty="0"/>
              <a:t>Recommends practical portfolio projects</a:t>
            </a:r>
            <a:endParaRPr sz="1600" dirty="0"/>
          </a:p>
        </p:txBody>
      </p:sp>
      <p:sp>
        <p:nvSpPr>
          <p:cNvPr id="1400" name="Google Shape;1400;p94">
            <a:extLst>
              <a:ext uri="{FF2B5EF4-FFF2-40B4-BE49-F238E27FC236}">
                <a16:creationId xmlns:a16="http://schemas.microsoft.com/office/drawing/2014/main" id="{B14B1E6B-0432-4E8F-76E2-2578EAAB2D77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010579" y="1500185"/>
            <a:ext cx="10854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401" name="Google Shape;1401;p94">
            <a:extLst>
              <a:ext uri="{FF2B5EF4-FFF2-40B4-BE49-F238E27FC236}">
                <a16:creationId xmlns:a16="http://schemas.microsoft.com/office/drawing/2014/main" id="{C6FA1C24-0F30-5748-2406-3D9C93B96F24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029300" y="2633994"/>
            <a:ext cx="10854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402" name="Google Shape;1402;p94">
            <a:extLst>
              <a:ext uri="{FF2B5EF4-FFF2-40B4-BE49-F238E27FC236}">
                <a16:creationId xmlns:a16="http://schemas.microsoft.com/office/drawing/2014/main" id="{01A3F40F-D4AE-F9F5-1D96-9A7177E151CD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029300" y="3767720"/>
            <a:ext cx="10854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1403" name="Google Shape;1403;p94">
            <a:extLst>
              <a:ext uri="{FF2B5EF4-FFF2-40B4-BE49-F238E27FC236}">
                <a16:creationId xmlns:a16="http://schemas.microsoft.com/office/drawing/2014/main" id="{8FB5AD49-77D8-A4F8-7CDC-23DADA148840}"/>
              </a:ext>
            </a:extLst>
          </p:cNvPr>
          <p:cNvGrpSpPr/>
          <p:nvPr/>
        </p:nvGrpSpPr>
        <p:grpSpPr>
          <a:xfrm flipH="1">
            <a:off x="-5" y="234586"/>
            <a:ext cx="2947684" cy="527672"/>
            <a:chOff x="1358103" y="3291921"/>
            <a:chExt cx="3368397" cy="603054"/>
          </a:xfrm>
        </p:grpSpPr>
        <p:sp>
          <p:nvSpPr>
            <p:cNvPr id="1404" name="Google Shape;1404;p94">
              <a:extLst>
                <a:ext uri="{FF2B5EF4-FFF2-40B4-BE49-F238E27FC236}">
                  <a16:creationId xmlns:a16="http://schemas.microsoft.com/office/drawing/2014/main" id="{AAC7CF20-28A4-6CAB-C139-142B86F809F5}"/>
                </a:ext>
              </a:extLst>
            </p:cNvPr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94">
              <a:extLst>
                <a:ext uri="{FF2B5EF4-FFF2-40B4-BE49-F238E27FC236}">
                  <a16:creationId xmlns:a16="http://schemas.microsoft.com/office/drawing/2014/main" id="{9C4E1768-46CD-F187-B9F3-25B734B2BB8D}"/>
                </a:ext>
              </a:extLst>
            </p:cNvPr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CC96080-AB38-34E0-82E9-AF668C6308EA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1037" r="2103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724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1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1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1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7" name="Google Shape;3667;p112"/>
          <p:cNvSpPr/>
          <p:nvPr/>
        </p:nvSpPr>
        <p:spPr>
          <a:xfrm>
            <a:off x="2306667" y="3639441"/>
            <a:ext cx="1991463" cy="788275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9" name="Google Shape;3669;p112"/>
          <p:cNvSpPr/>
          <p:nvPr/>
        </p:nvSpPr>
        <p:spPr>
          <a:xfrm>
            <a:off x="291639" y="3480627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0" name="Google Shape;3670;p112"/>
          <p:cNvSpPr/>
          <p:nvPr/>
        </p:nvSpPr>
        <p:spPr>
          <a:xfrm>
            <a:off x="338633" y="3507141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3" name="Google Shape;3673;p112"/>
          <p:cNvSpPr/>
          <p:nvPr/>
        </p:nvSpPr>
        <p:spPr>
          <a:xfrm>
            <a:off x="291639" y="2425677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4" name="Google Shape;3674;p112"/>
          <p:cNvSpPr/>
          <p:nvPr/>
        </p:nvSpPr>
        <p:spPr>
          <a:xfrm>
            <a:off x="338633" y="2452191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6" name="Google Shape;3676;p112"/>
          <p:cNvSpPr txBox="1">
            <a:spLocks noGrp="1"/>
          </p:cNvSpPr>
          <p:nvPr>
            <p:ph type="title" idx="5"/>
          </p:nvPr>
        </p:nvSpPr>
        <p:spPr>
          <a:xfrm>
            <a:off x="424972" y="3514579"/>
            <a:ext cx="166990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000" dirty="0"/>
              <a:t>Roadmap</a:t>
            </a:r>
            <a:endParaRPr sz="2000" dirty="0"/>
          </a:p>
        </p:txBody>
      </p:sp>
      <p:sp>
        <p:nvSpPr>
          <p:cNvPr id="3677" name="Google Shape;3677;p112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AI Project Idea Generator</a:t>
            </a:r>
            <a:endParaRPr sz="3200" dirty="0"/>
          </a:p>
        </p:txBody>
      </p:sp>
      <p:sp>
        <p:nvSpPr>
          <p:cNvPr id="3679" name="Google Shape;3679;p112"/>
          <p:cNvSpPr txBox="1">
            <a:spLocks noGrp="1"/>
          </p:cNvSpPr>
          <p:nvPr>
            <p:ph type="title" idx="3"/>
          </p:nvPr>
        </p:nvSpPr>
        <p:spPr>
          <a:xfrm>
            <a:off x="543733" y="2469621"/>
            <a:ext cx="166990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Suggestions</a:t>
            </a:r>
            <a:endParaRPr sz="2000" dirty="0"/>
          </a:p>
        </p:txBody>
      </p:sp>
      <p:sp>
        <p:nvSpPr>
          <p:cNvPr id="3681" name="Google Shape;3681;p112"/>
          <p:cNvSpPr txBox="1">
            <a:spLocks noGrp="1"/>
          </p:cNvSpPr>
          <p:nvPr>
            <p:ph type="subTitle" idx="6"/>
          </p:nvPr>
        </p:nvSpPr>
        <p:spPr>
          <a:xfrm>
            <a:off x="2339088" y="3734235"/>
            <a:ext cx="2302013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Provides step-by-step implementation guide</a:t>
            </a:r>
            <a:endParaRPr dirty="0"/>
          </a:p>
        </p:txBody>
      </p:sp>
      <p:sp>
        <p:nvSpPr>
          <p:cNvPr id="3683" name="Google Shape;3683;p112"/>
          <p:cNvSpPr/>
          <p:nvPr/>
        </p:nvSpPr>
        <p:spPr>
          <a:xfrm>
            <a:off x="291639" y="1370715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4" name="Google Shape;3684;p112"/>
          <p:cNvSpPr/>
          <p:nvPr/>
        </p:nvSpPr>
        <p:spPr>
          <a:xfrm>
            <a:off x="338633" y="1397229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5" name="Google Shape;3685;p112"/>
          <p:cNvSpPr txBox="1">
            <a:spLocks noGrp="1"/>
          </p:cNvSpPr>
          <p:nvPr>
            <p:ph type="title" idx="2"/>
          </p:nvPr>
        </p:nvSpPr>
        <p:spPr>
          <a:xfrm>
            <a:off x="448547" y="1427651"/>
            <a:ext cx="1669752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Ideas</a:t>
            </a:r>
            <a:endParaRPr sz="2000" dirty="0"/>
          </a:p>
        </p:txBody>
      </p:sp>
      <p:grpSp>
        <p:nvGrpSpPr>
          <p:cNvPr id="3686" name="Google Shape;3686;p112"/>
          <p:cNvGrpSpPr/>
          <p:nvPr/>
        </p:nvGrpSpPr>
        <p:grpSpPr>
          <a:xfrm rot="10800000">
            <a:off x="-11" y="539387"/>
            <a:ext cx="2046769" cy="381707"/>
            <a:chOff x="1298650" y="3255600"/>
            <a:chExt cx="3427850" cy="639375"/>
          </a:xfrm>
        </p:grpSpPr>
        <p:sp>
          <p:nvSpPr>
            <p:cNvPr id="3687" name="Google Shape;3687;p112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112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9" name="Google Shape;3689;p112"/>
          <p:cNvGrpSpPr/>
          <p:nvPr/>
        </p:nvGrpSpPr>
        <p:grpSpPr>
          <a:xfrm>
            <a:off x="7097239" y="539387"/>
            <a:ext cx="2046769" cy="381707"/>
            <a:chOff x="1298650" y="3255600"/>
            <a:chExt cx="3427850" cy="639375"/>
          </a:xfrm>
        </p:grpSpPr>
        <p:sp>
          <p:nvSpPr>
            <p:cNvPr id="3690" name="Google Shape;3690;p112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112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3669;p112">
            <a:extLst>
              <a:ext uri="{FF2B5EF4-FFF2-40B4-BE49-F238E27FC236}">
                <a16:creationId xmlns:a16="http://schemas.microsoft.com/office/drawing/2014/main" id="{14D52C8F-E942-B3AA-063D-DCC87A11FD67}"/>
              </a:ext>
            </a:extLst>
          </p:cNvPr>
          <p:cNvSpPr/>
          <p:nvPr/>
        </p:nvSpPr>
        <p:spPr>
          <a:xfrm>
            <a:off x="6528348" y="3536827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670;p112">
            <a:extLst>
              <a:ext uri="{FF2B5EF4-FFF2-40B4-BE49-F238E27FC236}">
                <a16:creationId xmlns:a16="http://schemas.microsoft.com/office/drawing/2014/main" id="{474CB94B-7DDA-873E-7144-C615EAA4F4B8}"/>
              </a:ext>
            </a:extLst>
          </p:cNvPr>
          <p:cNvSpPr/>
          <p:nvPr/>
        </p:nvSpPr>
        <p:spPr>
          <a:xfrm>
            <a:off x="6575342" y="3563341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673;p112">
            <a:extLst>
              <a:ext uri="{FF2B5EF4-FFF2-40B4-BE49-F238E27FC236}">
                <a16:creationId xmlns:a16="http://schemas.microsoft.com/office/drawing/2014/main" id="{8E5724DB-119C-F534-9677-1DB15DC43891}"/>
              </a:ext>
            </a:extLst>
          </p:cNvPr>
          <p:cNvSpPr/>
          <p:nvPr/>
        </p:nvSpPr>
        <p:spPr>
          <a:xfrm>
            <a:off x="6528348" y="2481877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674;p112">
            <a:extLst>
              <a:ext uri="{FF2B5EF4-FFF2-40B4-BE49-F238E27FC236}">
                <a16:creationId xmlns:a16="http://schemas.microsoft.com/office/drawing/2014/main" id="{B3B037B8-2951-C819-F846-1EF0922F23F3}"/>
              </a:ext>
            </a:extLst>
          </p:cNvPr>
          <p:cNvSpPr/>
          <p:nvPr/>
        </p:nvSpPr>
        <p:spPr>
          <a:xfrm>
            <a:off x="6575342" y="2508391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676;p112">
            <a:extLst>
              <a:ext uri="{FF2B5EF4-FFF2-40B4-BE49-F238E27FC236}">
                <a16:creationId xmlns:a16="http://schemas.microsoft.com/office/drawing/2014/main" id="{98E4775F-62C6-CBB4-DE25-B4FD08681910}"/>
              </a:ext>
            </a:extLst>
          </p:cNvPr>
          <p:cNvSpPr txBox="1">
            <a:spLocks/>
          </p:cNvSpPr>
          <p:nvPr/>
        </p:nvSpPr>
        <p:spPr>
          <a:xfrm>
            <a:off x="6661681" y="3570779"/>
            <a:ext cx="166990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IN" sz="2000" dirty="0"/>
              <a:t>Structure</a:t>
            </a:r>
          </a:p>
        </p:txBody>
      </p:sp>
      <p:sp>
        <p:nvSpPr>
          <p:cNvPr id="9" name="Google Shape;3679;p112">
            <a:extLst>
              <a:ext uri="{FF2B5EF4-FFF2-40B4-BE49-F238E27FC236}">
                <a16:creationId xmlns:a16="http://schemas.microsoft.com/office/drawing/2014/main" id="{ADEBC22B-1700-BA56-1C74-38B74B373F44}"/>
              </a:ext>
            </a:extLst>
          </p:cNvPr>
          <p:cNvSpPr txBox="1">
            <a:spLocks/>
          </p:cNvSpPr>
          <p:nvPr/>
        </p:nvSpPr>
        <p:spPr>
          <a:xfrm>
            <a:off x="6685178" y="2480285"/>
            <a:ext cx="166990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IN" sz="2000" dirty="0"/>
              <a:t>Interview </a:t>
            </a:r>
          </a:p>
        </p:txBody>
      </p:sp>
      <p:sp>
        <p:nvSpPr>
          <p:cNvPr id="11" name="Google Shape;3683;p112">
            <a:extLst>
              <a:ext uri="{FF2B5EF4-FFF2-40B4-BE49-F238E27FC236}">
                <a16:creationId xmlns:a16="http://schemas.microsoft.com/office/drawing/2014/main" id="{14EB025A-D80D-EB59-D5DC-8F450FCE897A}"/>
              </a:ext>
            </a:extLst>
          </p:cNvPr>
          <p:cNvSpPr/>
          <p:nvPr/>
        </p:nvSpPr>
        <p:spPr>
          <a:xfrm>
            <a:off x="6528348" y="1426915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684;p112">
            <a:extLst>
              <a:ext uri="{FF2B5EF4-FFF2-40B4-BE49-F238E27FC236}">
                <a16:creationId xmlns:a16="http://schemas.microsoft.com/office/drawing/2014/main" id="{C5D88E86-96C0-415E-4505-D967E5BE5762}"/>
              </a:ext>
            </a:extLst>
          </p:cNvPr>
          <p:cNvSpPr/>
          <p:nvPr/>
        </p:nvSpPr>
        <p:spPr>
          <a:xfrm>
            <a:off x="6575342" y="1453429"/>
            <a:ext cx="1889580" cy="588994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685;p112">
            <a:extLst>
              <a:ext uri="{FF2B5EF4-FFF2-40B4-BE49-F238E27FC236}">
                <a16:creationId xmlns:a16="http://schemas.microsoft.com/office/drawing/2014/main" id="{B127D084-C7ED-C470-4630-9918BB69F2FC}"/>
              </a:ext>
            </a:extLst>
          </p:cNvPr>
          <p:cNvSpPr txBox="1">
            <a:spLocks/>
          </p:cNvSpPr>
          <p:nvPr/>
        </p:nvSpPr>
        <p:spPr>
          <a:xfrm>
            <a:off x="6685256" y="1483851"/>
            <a:ext cx="166975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  <a:defRPr sz="2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IN" sz="2000" dirty="0"/>
              <a:t>Score</a:t>
            </a:r>
          </a:p>
        </p:txBody>
      </p:sp>
      <p:sp>
        <p:nvSpPr>
          <p:cNvPr id="14" name="Google Shape;3667;p112">
            <a:extLst>
              <a:ext uri="{FF2B5EF4-FFF2-40B4-BE49-F238E27FC236}">
                <a16:creationId xmlns:a16="http://schemas.microsoft.com/office/drawing/2014/main" id="{4F50190C-3AB0-3FE3-3FEA-01DE2C628EE1}"/>
              </a:ext>
            </a:extLst>
          </p:cNvPr>
          <p:cNvSpPr/>
          <p:nvPr/>
        </p:nvSpPr>
        <p:spPr>
          <a:xfrm>
            <a:off x="4623755" y="3659649"/>
            <a:ext cx="1991463" cy="788275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681;p112">
            <a:extLst>
              <a:ext uri="{FF2B5EF4-FFF2-40B4-BE49-F238E27FC236}">
                <a16:creationId xmlns:a16="http://schemas.microsoft.com/office/drawing/2014/main" id="{89CF317E-4C1B-8F52-1D3B-45DE4BD7713B}"/>
              </a:ext>
            </a:extLst>
          </p:cNvPr>
          <p:cNvSpPr txBox="1">
            <a:spLocks/>
          </p:cNvSpPr>
          <p:nvPr/>
        </p:nvSpPr>
        <p:spPr>
          <a:xfrm>
            <a:off x="4656176" y="3754443"/>
            <a:ext cx="2302013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/>
            <a:r>
              <a:rPr lang="en-IN" dirty="0"/>
              <a:t>Creates professional repository structure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5332A0-B18C-E586-2631-5B9E9C034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673" y="1378152"/>
            <a:ext cx="4285106" cy="22239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1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Industry Insights</a:t>
            </a:r>
            <a:endParaRPr dirty="0"/>
          </a:p>
        </p:txBody>
      </p:sp>
      <p:sp>
        <p:nvSpPr>
          <p:cNvPr id="1058" name="Google Shape;1058;p81"/>
          <p:cNvSpPr/>
          <p:nvPr/>
        </p:nvSpPr>
        <p:spPr>
          <a:xfrm>
            <a:off x="3228975" y="1486250"/>
            <a:ext cx="2686200" cy="26862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9" name="Google Shape;105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084" y="1758381"/>
            <a:ext cx="2137530" cy="214179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1"/>
          <p:cNvSpPr txBox="1"/>
          <p:nvPr/>
        </p:nvSpPr>
        <p:spPr>
          <a:xfrm>
            <a:off x="369519" y="1190404"/>
            <a:ext cx="23408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IN" sz="2500" b="1" dirty="0">
                <a:solidFill>
                  <a:schemeClr val="lt1"/>
                </a:solidFill>
                <a:latin typeface="IBM Plex Sans"/>
              </a:rPr>
              <a:t>Market Outlook</a:t>
            </a:r>
            <a:endParaRPr sz="2500" b="1" dirty="0">
              <a:solidFill>
                <a:schemeClr val="lt1"/>
              </a:solidFill>
              <a:latin typeface="IBM Plex Sans"/>
              <a:sym typeface="IBM Plex Sans"/>
            </a:endParaRPr>
          </a:p>
        </p:txBody>
      </p:sp>
      <p:sp>
        <p:nvSpPr>
          <p:cNvPr id="1061" name="Google Shape;1061;p81"/>
          <p:cNvSpPr txBox="1"/>
          <p:nvPr/>
        </p:nvSpPr>
        <p:spPr>
          <a:xfrm>
            <a:off x="720000" y="2066550"/>
            <a:ext cx="2019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IN" dirty="0">
                <a:solidFill>
                  <a:schemeClr val="lt1"/>
                </a:solidFill>
                <a:latin typeface="IBM Plex Sans Medium"/>
              </a:rPr>
              <a:t>Compare salaries across job roles</a:t>
            </a:r>
            <a:endParaRPr dirty="0">
              <a:solidFill>
                <a:schemeClr val="lt1"/>
              </a:solidFill>
              <a:latin typeface="IBM Plex Sans Medium"/>
              <a:sym typeface="IBM Plex Sans Medium"/>
            </a:endParaRPr>
          </a:p>
        </p:txBody>
      </p:sp>
      <p:grpSp>
        <p:nvGrpSpPr>
          <p:cNvPr id="1062" name="Google Shape;1062;p81"/>
          <p:cNvGrpSpPr/>
          <p:nvPr/>
        </p:nvGrpSpPr>
        <p:grpSpPr>
          <a:xfrm>
            <a:off x="1361300" y="2999850"/>
            <a:ext cx="1345839" cy="196200"/>
            <a:chOff x="825975" y="3030600"/>
            <a:chExt cx="1345839" cy="196200"/>
          </a:xfrm>
        </p:grpSpPr>
        <p:sp>
          <p:nvSpPr>
            <p:cNvPr id="1063" name="Google Shape;1063;p81"/>
            <p:cNvSpPr/>
            <p:nvPr/>
          </p:nvSpPr>
          <p:spPr>
            <a:xfrm>
              <a:off x="825975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1"/>
            <p:cNvSpPr/>
            <p:nvPr/>
          </p:nvSpPr>
          <p:spPr>
            <a:xfrm>
              <a:off x="1106277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1"/>
            <p:cNvSpPr/>
            <p:nvPr/>
          </p:nvSpPr>
          <p:spPr>
            <a:xfrm>
              <a:off x="1386579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1"/>
            <p:cNvSpPr/>
            <p:nvPr/>
          </p:nvSpPr>
          <p:spPr>
            <a:xfrm>
              <a:off x="1666882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1"/>
            <p:cNvSpPr/>
            <p:nvPr/>
          </p:nvSpPr>
          <p:spPr>
            <a:xfrm>
              <a:off x="1945014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8" name="Google Shape;1068;p81"/>
          <p:cNvSpPr txBox="1"/>
          <p:nvPr/>
        </p:nvSpPr>
        <p:spPr>
          <a:xfrm>
            <a:off x="713100" y="2897850"/>
            <a:ext cx="60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40%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69" name="Google Shape;1069;p81"/>
          <p:cNvSpPr/>
          <p:nvPr/>
        </p:nvSpPr>
        <p:spPr>
          <a:xfrm>
            <a:off x="2907675" y="1727525"/>
            <a:ext cx="321300" cy="2781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81"/>
          <p:cNvSpPr txBox="1"/>
          <p:nvPr/>
        </p:nvSpPr>
        <p:spPr>
          <a:xfrm flipH="1">
            <a:off x="6414410" y="1173425"/>
            <a:ext cx="201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500" b="1" dirty="0">
                <a:solidFill>
                  <a:schemeClr val="lt1"/>
                </a:solidFill>
                <a:latin typeface="IBM Plex Sans"/>
              </a:rPr>
              <a:t>Industry Growth</a:t>
            </a:r>
            <a:endParaRPr sz="2500" b="1" dirty="0">
              <a:solidFill>
                <a:schemeClr val="lt1"/>
              </a:solidFill>
              <a:latin typeface="IBM Plex Sans"/>
              <a:sym typeface="IBM Plex Sans"/>
            </a:endParaRPr>
          </a:p>
        </p:txBody>
      </p:sp>
      <p:sp>
        <p:nvSpPr>
          <p:cNvPr id="1071" name="Google Shape;1071;p81"/>
          <p:cNvSpPr txBox="1"/>
          <p:nvPr/>
        </p:nvSpPr>
        <p:spPr>
          <a:xfrm flipH="1">
            <a:off x="6404550" y="2066550"/>
            <a:ext cx="2019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solidFill>
                  <a:schemeClr val="lt1"/>
                </a:solidFill>
                <a:latin typeface="IBM Plex Sans Medium"/>
              </a:rPr>
              <a:t>Displays current market growth rate</a:t>
            </a:r>
            <a:endParaRPr dirty="0">
              <a:solidFill>
                <a:schemeClr val="lt1"/>
              </a:solidFill>
              <a:latin typeface="IBM Plex Sans Medium"/>
              <a:sym typeface="IBM Plex Sans Medium"/>
            </a:endParaRPr>
          </a:p>
        </p:txBody>
      </p:sp>
      <p:sp>
        <p:nvSpPr>
          <p:cNvPr id="1072" name="Google Shape;1072;p81"/>
          <p:cNvSpPr/>
          <p:nvPr/>
        </p:nvSpPr>
        <p:spPr>
          <a:xfrm flipH="1">
            <a:off x="5915175" y="1727525"/>
            <a:ext cx="321300" cy="2781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3" name="Google Shape;1073;p81"/>
          <p:cNvGrpSpPr/>
          <p:nvPr/>
        </p:nvGrpSpPr>
        <p:grpSpPr>
          <a:xfrm>
            <a:off x="6512445" y="2797302"/>
            <a:ext cx="1163678" cy="63948"/>
            <a:chOff x="3779200" y="1371600"/>
            <a:chExt cx="1992600" cy="109500"/>
          </a:xfrm>
        </p:grpSpPr>
        <p:sp>
          <p:nvSpPr>
            <p:cNvPr id="1074" name="Google Shape;1074;p81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1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1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1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1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1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0" name="Google Shape;1080;p81"/>
          <p:cNvSpPr txBox="1"/>
          <p:nvPr/>
        </p:nvSpPr>
        <p:spPr>
          <a:xfrm>
            <a:off x="720000" y="3499975"/>
            <a:ext cx="201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IN" sz="1700" b="1" dirty="0">
                <a:solidFill>
                  <a:schemeClr val="accent4"/>
                </a:solidFill>
              </a:rPr>
              <a:t>Industry Trends</a:t>
            </a:r>
            <a:endParaRPr sz="1700" b="1" dirty="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pSp>
        <p:nvGrpSpPr>
          <p:cNvPr id="1081" name="Google Shape;1081;p81"/>
          <p:cNvGrpSpPr/>
          <p:nvPr/>
        </p:nvGrpSpPr>
        <p:grpSpPr>
          <a:xfrm>
            <a:off x="1468027" y="3376654"/>
            <a:ext cx="1163678" cy="63948"/>
            <a:chOff x="3779200" y="1371600"/>
            <a:chExt cx="1992600" cy="109500"/>
          </a:xfrm>
        </p:grpSpPr>
        <p:sp>
          <p:nvSpPr>
            <p:cNvPr id="1082" name="Google Shape;1082;p81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1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1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1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1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1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8" name="Google Shape;1088;p81"/>
          <p:cNvGrpSpPr/>
          <p:nvPr/>
        </p:nvGrpSpPr>
        <p:grpSpPr>
          <a:xfrm>
            <a:off x="1361300" y="3940925"/>
            <a:ext cx="1345839" cy="196200"/>
            <a:chOff x="825975" y="3030600"/>
            <a:chExt cx="1345839" cy="196200"/>
          </a:xfrm>
        </p:grpSpPr>
        <p:sp>
          <p:nvSpPr>
            <p:cNvPr id="1089" name="Google Shape;1089;p81"/>
            <p:cNvSpPr/>
            <p:nvPr/>
          </p:nvSpPr>
          <p:spPr>
            <a:xfrm>
              <a:off x="825975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1"/>
            <p:cNvSpPr/>
            <p:nvPr/>
          </p:nvSpPr>
          <p:spPr>
            <a:xfrm>
              <a:off x="1106277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1"/>
            <p:cNvSpPr/>
            <p:nvPr/>
          </p:nvSpPr>
          <p:spPr>
            <a:xfrm>
              <a:off x="1386579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1"/>
            <p:cNvSpPr/>
            <p:nvPr/>
          </p:nvSpPr>
          <p:spPr>
            <a:xfrm>
              <a:off x="1666882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1"/>
            <p:cNvSpPr/>
            <p:nvPr/>
          </p:nvSpPr>
          <p:spPr>
            <a:xfrm>
              <a:off x="1945014" y="3030600"/>
              <a:ext cx="226800" cy="196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4" name="Google Shape;1094;p81"/>
          <p:cNvSpPr txBox="1"/>
          <p:nvPr/>
        </p:nvSpPr>
        <p:spPr>
          <a:xfrm>
            <a:off x="713100" y="3838925"/>
            <a:ext cx="60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60%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95" name="Google Shape;1095;p81"/>
          <p:cNvSpPr txBox="1"/>
          <p:nvPr/>
        </p:nvSpPr>
        <p:spPr>
          <a:xfrm flipH="1">
            <a:off x="6404550" y="3408628"/>
            <a:ext cx="2019600" cy="98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>
              <a:buSzPts val="1400"/>
            </a:pPr>
            <a:r>
              <a:rPr lang="en-IN" dirty="0">
                <a:solidFill>
                  <a:schemeClr val="lt1"/>
                </a:solidFill>
                <a:latin typeface="IBM Plex Sans Medium"/>
              </a:rPr>
              <a:t>Highlights in-demand technical skills</a:t>
            </a:r>
            <a:endParaRPr dirty="0">
              <a:solidFill>
                <a:schemeClr val="lt1"/>
              </a:solidFill>
              <a:latin typeface="IBM Plex Sans Medium"/>
              <a:sym typeface="IBM Plex Sans Medium"/>
            </a:endParaRPr>
          </a:p>
        </p:txBody>
      </p:sp>
      <p:sp>
        <p:nvSpPr>
          <p:cNvPr id="3" name="Google Shape;1070;p81">
            <a:extLst>
              <a:ext uri="{FF2B5EF4-FFF2-40B4-BE49-F238E27FC236}">
                <a16:creationId xmlns:a16="http://schemas.microsoft.com/office/drawing/2014/main" id="{BD1B5D1C-6FEB-D4EC-5CAD-6C885489D48B}"/>
              </a:ext>
            </a:extLst>
          </p:cNvPr>
          <p:cNvSpPr txBox="1"/>
          <p:nvPr/>
        </p:nvSpPr>
        <p:spPr>
          <a:xfrm flipH="1">
            <a:off x="6404400" y="2897850"/>
            <a:ext cx="201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500" b="1" dirty="0">
                <a:solidFill>
                  <a:schemeClr val="lt1"/>
                </a:solidFill>
                <a:latin typeface="IBM Plex Sans"/>
              </a:rPr>
              <a:t>Top Skills</a:t>
            </a:r>
            <a:endParaRPr sz="2500" b="1" dirty="0">
              <a:solidFill>
                <a:schemeClr val="lt1"/>
              </a:solidFill>
              <a:latin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8" name="Google Shape;3738;p114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Interview Preparation</a:t>
            </a:r>
            <a:endParaRPr dirty="0"/>
          </a:p>
        </p:txBody>
      </p:sp>
      <p:sp>
        <p:nvSpPr>
          <p:cNvPr id="3739" name="Google Shape;3739;p114"/>
          <p:cNvSpPr txBox="1">
            <a:spLocks noGrp="1"/>
          </p:cNvSpPr>
          <p:nvPr>
            <p:ph type="title" idx="2"/>
          </p:nvPr>
        </p:nvSpPr>
        <p:spPr>
          <a:xfrm>
            <a:off x="1291762" y="1814125"/>
            <a:ext cx="2283163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800" dirty="0"/>
              <a:t>Mock Interviews</a:t>
            </a:r>
            <a:endParaRPr sz="1800" dirty="0"/>
          </a:p>
        </p:txBody>
      </p:sp>
      <p:sp>
        <p:nvSpPr>
          <p:cNvPr id="3740" name="Google Shape;3740;p114"/>
          <p:cNvSpPr txBox="1">
            <a:spLocks noGrp="1"/>
          </p:cNvSpPr>
          <p:nvPr>
            <p:ph type="subTitle" idx="1"/>
          </p:nvPr>
        </p:nvSpPr>
        <p:spPr>
          <a:xfrm>
            <a:off x="1291813" y="23270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Practice interviews with AI assistance</a:t>
            </a:r>
            <a:endParaRPr dirty="0"/>
          </a:p>
        </p:txBody>
      </p:sp>
      <p:sp>
        <p:nvSpPr>
          <p:cNvPr id="3741" name="Google Shape;3741;p114"/>
          <p:cNvSpPr txBox="1">
            <a:spLocks noGrp="1"/>
          </p:cNvSpPr>
          <p:nvPr>
            <p:ph type="title" idx="3"/>
          </p:nvPr>
        </p:nvSpPr>
        <p:spPr>
          <a:xfrm>
            <a:off x="3769585" y="1816713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1800" dirty="0"/>
              <a:t>Quiz Tests</a:t>
            </a:r>
            <a:endParaRPr sz="1800" dirty="0"/>
          </a:p>
        </p:txBody>
      </p:sp>
      <p:sp>
        <p:nvSpPr>
          <p:cNvPr id="3742" name="Google Shape;3742;p114"/>
          <p:cNvSpPr txBox="1">
            <a:spLocks noGrp="1"/>
          </p:cNvSpPr>
          <p:nvPr>
            <p:ph type="subTitle" idx="4"/>
          </p:nvPr>
        </p:nvSpPr>
        <p:spPr>
          <a:xfrm>
            <a:off x="3769585" y="2327038"/>
            <a:ext cx="2283162" cy="5685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Solve technical interview questions instantly</a:t>
            </a:r>
            <a:endParaRPr dirty="0"/>
          </a:p>
        </p:txBody>
      </p:sp>
      <p:sp>
        <p:nvSpPr>
          <p:cNvPr id="3743" name="Google Shape;3743;p114"/>
          <p:cNvSpPr txBox="1">
            <a:spLocks noGrp="1"/>
          </p:cNvSpPr>
          <p:nvPr>
            <p:ph type="title" idx="5"/>
          </p:nvPr>
        </p:nvSpPr>
        <p:spPr>
          <a:xfrm>
            <a:off x="1291813" y="36187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800" dirty="0"/>
              <a:t>Based Questions</a:t>
            </a:r>
            <a:endParaRPr sz="1800" dirty="0"/>
          </a:p>
        </p:txBody>
      </p:sp>
      <p:sp>
        <p:nvSpPr>
          <p:cNvPr id="3744" name="Google Shape;3744;p114"/>
          <p:cNvSpPr txBox="1">
            <a:spLocks noGrp="1"/>
          </p:cNvSpPr>
          <p:nvPr>
            <p:ph type="subTitle" idx="6"/>
          </p:nvPr>
        </p:nvSpPr>
        <p:spPr>
          <a:xfrm>
            <a:off x="1291813" y="41290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Questions tailored to specific roles</a:t>
            </a:r>
            <a:endParaRPr dirty="0"/>
          </a:p>
        </p:txBody>
      </p:sp>
      <p:sp>
        <p:nvSpPr>
          <p:cNvPr id="3745" name="Google Shape;3745;p114"/>
          <p:cNvSpPr txBox="1">
            <a:spLocks noGrp="1"/>
          </p:cNvSpPr>
          <p:nvPr>
            <p:ph type="title" idx="7"/>
          </p:nvPr>
        </p:nvSpPr>
        <p:spPr>
          <a:xfrm>
            <a:off x="3769585" y="36187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800" dirty="0"/>
              <a:t>Score Analysis</a:t>
            </a:r>
            <a:endParaRPr sz="1800" dirty="0"/>
          </a:p>
        </p:txBody>
      </p:sp>
      <p:sp>
        <p:nvSpPr>
          <p:cNvPr id="3746" name="Google Shape;3746;p114"/>
          <p:cNvSpPr txBox="1">
            <a:spLocks noGrp="1"/>
          </p:cNvSpPr>
          <p:nvPr>
            <p:ph type="subTitle" idx="8"/>
          </p:nvPr>
        </p:nvSpPr>
        <p:spPr>
          <a:xfrm>
            <a:off x="3769585" y="417822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Receive immediate performance evaluation</a:t>
            </a:r>
            <a:endParaRPr dirty="0"/>
          </a:p>
        </p:txBody>
      </p:sp>
      <p:sp>
        <p:nvSpPr>
          <p:cNvPr id="3747" name="Google Shape;3747;p114"/>
          <p:cNvSpPr txBox="1">
            <a:spLocks noGrp="1"/>
          </p:cNvSpPr>
          <p:nvPr>
            <p:ph type="title" idx="9"/>
          </p:nvPr>
        </p:nvSpPr>
        <p:spPr>
          <a:xfrm>
            <a:off x="6247364" y="1816713"/>
            <a:ext cx="2176636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800" dirty="0"/>
              <a:t>Assessments</a:t>
            </a:r>
            <a:endParaRPr sz="1800" dirty="0"/>
          </a:p>
        </p:txBody>
      </p:sp>
      <p:sp>
        <p:nvSpPr>
          <p:cNvPr id="3748" name="Google Shape;3748;p114"/>
          <p:cNvSpPr txBox="1">
            <a:spLocks noGrp="1"/>
          </p:cNvSpPr>
          <p:nvPr>
            <p:ph type="subTitle" idx="13"/>
          </p:nvPr>
        </p:nvSpPr>
        <p:spPr>
          <a:xfrm>
            <a:off x="6247364" y="232703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Test logical and analytical skills</a:t>
            </a:r>
            <a:endParaRPr dirty="0"/>
          </a:p>
        </p:txBody>
      </p:sp>
      <p:sp>
        <p:nvSpPr>
          <p:cNvPr id="3749" name="Google Shape;3749;p114"/>
          <p:cNvSpPr txBox="1">
            <a:spLocks noGrp="1"/>
          </p:cNvSpPr>
          <p:nvPr>
            <p:ph type="title" idx="14"/>
          </p:nvPr>
        </p:nvSpPr>
        <p:spPr>
          <a:xfrm>
            <a:off x="6247364" y="3618750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1800" dirty="0"/>
              <a:t>Performance</a:t>
            </a:r>
            <a:endParaRPr sz="1800" dirty="0"/>
          </a:p>
        </p:txBody>
      </p:sp>
      <p:sp>
        <p:nvSpPr>
          <p:cNvPr id="3750" name="Google Shape;3750;p114"/>
          <p:cNvSpPr txBox="1">
            <a:spLocks noGrp="1"/>
          </p:cNvSpPr>
          <p:nvPr>
            <p:ph type="subTitle" idx="15"/>
          </p:nvPr>
        </p:nvSpPr>
        <p:spPr>
          <a:xfrm>
            <a:off x="6236660" y="41290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Get personalized improvement recommendations</a:t>
            </a:r>
            <a:endParaRPr dirty="0"/>
          </a:p>
        </p:txBody>
      </p:sp>
      <p:grpSp>
        <p:nvGrpSpPr>
          <p:cNvPr id="3751" name="Google Shape;3751;p114"/>
          <p:cNvGrpSpPr/>
          <p:nvPr/>
        </p:nvGrpSpPr>
        <p:grpSpPr>
          <a:xfrm>
            <a:off x="910631" y="3019779"/>
            <a:ext cx="601393" cy="603790"/>
            <a:chOff x="2601750" y="1612625"/>
            <a:chExt cx="1123050" cy="1127525"/>
          </a:xfrm>
        </p:grpSpPr>
        <p:sp>
          <p:nvSpPr>
            <p:cNvPr id="3752" name="Google Shape;3752;p114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114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4" name="Google Shape;3754;p114"/>
          <p:cNvGrpSpPr/>
          <p:nvPr/>
        </p:nvGrpSpPr>
        <p:grpSpPr>
          <a:xfrm>
            <a:off x="3433731" y="3019779"/>
            <a:ext cx="601393" cy="603790"/>
            <a:chOff x="2601750" y="1612625"/>
            <a:chExt cx="1123050" cy="1127525"/>
          </a:xfrm>
        </p:grpSpPr>
        <p:sp>
          <p:nvSpPr>
            <p:cNvPr id="3755" name="Google Shape;3755;p114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114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7" name="Google Shape;3757;p114"/>
          <p:cNvGrpSpPr/>
          <p:nvPr/>
        </p:nvGrpSpPr>
        <p:grpSpPr>
          <a:xfrm>
            <a:off x="5911906" y="3087179"/>
            <a:ext cx="601393" cy="603790"/>
            <a:chOff x="2601750" y="1612625"/>
            <a:chExt cx="1123050" cy="1127525"/>
          </a:xfrm>
        </p:grpSpPr>
        <p:sp>
          <p:nvSpPr>
            <p:cNvPr id="3758" name="Google Shape;3758;p114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114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0" name="Google Shape;3760;p114"/>
          <p:cNvGrpSpPr/>
          <p:nvPr/>
        </p:nvGrpSpPr>
        <p:grpSpPr>
          <a:xfrm>
            <a:off x="910631" y="1217741"/>
            <a:ext cx="601393" cy="603790"/>
            <a:chOff x="2601750" y="1612625"/>
            <a:chExt cx="1123050" cy="1127525"/>
          </a:xfrm>
        </p:grpSpPr>
        <p:sp>
          <p:nvSpPr>
            <p:cNvPr id="3761" name="Google Shape;3761;p114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114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3" name="Google Shape;3763;p114"/>
          <p:cNvGrpSpPr/>
          <p:nvPr/>
        </p:nvGrpSpPr>
        <p:grpSpPr>
          <a:xfrm>
            <a:off x="3433731" y="1217741"/>
            <a:ext cx="601393" cy="603790"/>
            <a:chOff x="2601750" y="1612625"/>
            <a:chExt cx="1123050" cy="1127525"/>
          </a:xfrm>
        </p:grpSpPr>
        <p:sp>
          <p:nvSpPr>
            <p:cNvPr id="3764" name="Google Shape;3764;p114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114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6" name="Google Shape;3766;p114"/>
          <p:cNvGrpSpPr/>
          <p:nvPr/>
        </p:nvGrpSpPr>
        <p:grpSpPr>
          <a:xfrm>
            <a:off x="5911906" y="1217741"/>
            <a:ext cx="601393" cy="603790"/>
            <a:chOff x="2601750" y="1612625"/>
            <a:chExt cx="1123050" cy="1127525"/>
          </a:xfrm>
        </p:grpSpPr>
        <p:sp>
          <p:nvSpPr>
            <p:cNvPr id="3767" name="Google Shape;3767;p114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114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9" name="Google Shape;3769;p114"/>
          <p:cNvGrpSpPr/>
          <p:nvPr/>
        </p:nvGrpSpPr>
        <p:grpSpPr>
          <a:xfrm>
            <a:off x="1512018" y="3082262"/>
            <a:ext cx="1340367" cy="325670"/>
            <a:chOff x="1512018" y="3082262"/>
            <a:chExt cx="1340367" cy="325670"/>
          </a:xfrm>
        </p:grpSpPr>
        <p:grpSp>
          <p:nvGrpSpPr>
            <p:cNvPr id="3770" name="Google Shape;3770;p114"/>
            <p:cNvGrpSpPr/>
            <p:nvPr/>
          </p:nvGrpSpPr>
          <p:grpSpPr>
            <a:xfrm rot="10800000" flipH="1">
              <a:off x="1512018" y="3235415"/>
              <a:ext cx="1340367" cy="172518"/>
              <a:chOff x="198225" y="4390550"/>
              <a:chExt cx="3765075" cy="484600"/>
            </a:xfrm>
          </p:grpSpPr>
          <p:sp>
            <p:nvSpPr>
              <p:cNvPr id="3771" name="Google Shape;3771;p114"/>
              <p:cNvSpPr/>
              <p:nvPr/>
            </p:nvSpPr>
            <p:spPr>
              <a:xfrm>
                <a:off x="198225" y="4390550"/>
                <a:ext cx="358052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143221" h="15693" fill="none" extrusionOk="0">
                    <a:moveTo>
                      <a:pt x="1" y="7585"/>
                    </a:moveTo>
                    <a:lnTo>
                      <a:pt x="21063" y="7585"/>
                    </a:lnTo>
                    <a:lnTo>
                      <a:pt x="28659" y="1"/>
                    </a:lnTo>
                    <a:lnTo>
                      <a:pt x="118492" y="1"/>
                    </a:lnTo>
                    <a:lnTo>
                      <a:pt x="134172" y="15693"/>
                    </a:lnTo>
                    <a:lnTo>
                      <a:pt x="143221" y="1569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2" name="Google Shape;3772;p114"/>
              <p:cNvSpPr/>
              <p:nvPr/>
            </p:nvSpPr>
            <p:spPr>
              <a:xfrm>
                <a:off x="3778725" y="4690575"/>
                <a:ext cx="184575" cy="184575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83" fill="none" extrusionOk="0">
                    <a:moveTo>
                      <a:pt x="1" y="3692"/>
                    </a:moveTo>
                    <a:cubicBezTo>
                      <a:pt x="1" y="1656"/>
                      <a:pt x="1656" y="1"/>
                      <a:pt x="3692" y="1"/>
                    </a:cubicBezTo>
                    <a:cubicBezTo>
                      <a:pt x="5728" y="1"/>
                      <a:pt x="7383" y="1656"/>
                      <a:pt x="7383" y="3692"/>
                    </a:cubicBezTo>
                    <a:cubicBezTo>
                      <a:pt x="7383" y="5728"/>
                      <a:pt x="5728" y="7383"/>
                      <a:pt x="3692" y="7383"/>
                    </a:cubicBezTo>
                    <a:cubicBezTo>
                      <a:pt x="1656" y="7383"/>
                      <a:pt x="1" y="5728"/>
                      <a:pt x="1" y="3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73" name="Google Shape;3773;p114"/>
            <p:cNvSpPr/>
            <p:nvPr/>
          </p:nvSpPr>
          <p:spPr>
            <a:xfrm rot="5400000">
              <a:off x="2339826" y="3082712"/>
              <a:ext cx="266100" cy="265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4" name="Google Shape;3774;p114"/>
          <p:cNvGrpSpPr/>
          <p:nvPr/>
        </p:nvGrpSpPr>
        <p:grpSpPr>
          <a:xfrm>
            <a:off x="1512018" y="1433377"/>
            <a:ext cx="1340367" cy="335260"/>
            <a:chOff x="1512018" y="1433377"/>
            <a:chExt cx="1340367" cy="335260"/>
          </a:xfrm>
        </p:grpSpPr>
        <p:grpSp>
          <p:nvGrpSpPr>
            <p:cNvPr id="3775" name="Google Shape;3775;p114"/>
            <p:cNvGrpSpPr/>
            <p:nvPr/>
          </p:nvGrpSpPr>
          <p:grpSpPr>
            <a:xfrm>
              <a:off x="1512018" y="1433377"/>
              <a:ext cx="1340367" cy="172518"/>
              <a:chOff x="198225" y="4390550"/>
              <a:chExt cx="3765075" cy="484600"/>
            </a:xfrm>
          </p:grpSpPr>
          <p:sp>
            <p:nvSpPr>
              <p:cNvPr id="3776" name="Google Shape;3776;p114"/>
              <p:cNvSpPr/>
              <p:nvPr/>
            </p:nvSpPr>
            <p:spPr>
              <a:xfrm>
                <a:off x="198225" y="4390550"/>
                <a:ext cx="358052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143221" h="15693" fill="none" extrusionOk="0">
                    <a:moveTo>
                      <a:pt x="1" y="7585"/>
                    </a:moveTo>
                    <a:lnTo>
                      <a:pt x="21063" y="7585"/>
                    </a:lnTo>
                    <a:lnTo>
                      <a:pt x="28659" y="1"/>
                    </a:lnTo>
                    <a:lnTo>
                      <a:pt x="118492" y="1"/>
                    </a:lnTo>
                    <a:lnTo>
                      <a:pt x="134172" y="15693"/>
                    </a:lnTo>
                    <a:lnTo>
                      <a:pt x="143221" y="1569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7" name="Google Shape;3777;p114"/>
              <p:cNvSpPr/>
              <p:nvPr/>
            </p:nvSpPr>
            <p:spPr>
              <a:xfrm>
                <a:off x="3778725" y="4690575"/>
                <a:ext cx="184575" cy="184575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83" fill="none" extrusionOk="0">
                    <a:moveTo>
                      <a:pt x="1" y="3692"/>
                    </a:moveTo>
                    <a:cubicBezTo>
                      <a:pt x="1" y="1656"/>
                      <a:pt x="1656" y="1"/>
                      <a:pt x="3692" y="1"/>
                    </a:cubicBezTo>
                    <a:cubicBezTo>
                      <a:pt x="5728" y="1"/>
                      <a:pt x="7383" y="1656"/>
                      <a:pt x="7383" y="3692"/>
                    </a:cubicBezTo>
                    <a:cubicBezTo>
                      <a:pt x="7383" y="5728"/>
                      <a:pt x="5728" y="7383"/>
                      <a:pt x="3692" y="7383"/>
                    </a:cubicBezTo>
                    <a:cubicBezTo>
                      <a:pt x="1656" y="7383"/>
                      <a:pt x="1" y="5728"/>
                      <a:pt x="1" y="3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78" name="Google Shape;3778;p114"/>
            <p:cNvSpPr/>
            <p:nvPr/>
          </p:nvSpPr>
          <p:spPr>
            <a:xfrm rot="5400000">
              <a:off x="1733376" y="1502987"/>
              <a:ext cx="266100" cy="265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9" name="Google Shape;3779;p114"/>
          <p:cNvGrpSpPr/>
          <p:nvPr/>
        </p:nvGrpSpPr>
        <p:grpSpPr>
          <a:xfrm>
            <a:off x="4035118" y="1433377"/>
            <a:ext cx="1377933" cy="438635"/>
            <a:chOff x="4035118" y="1433377"/>
            <a:chExt cx="1377933" cy="438635"/>
          </a:xfrm>
        </p:grpSpPr>
        <p:grpSp>
          <p:nvGrpSpPr>
            <p:cNvPr id="3780" name="Google Shape;3780;p114"/>
            <p:cNvGrpSpPr/>
            <p:nvPr/>
          </p:nvGrpSpPr>
          <p:grpSpPr>
            <a:xfrm rot="10800000" flipH="1">
              <a:off x="4035118" y="1433377"/>
              <a:ext cx="1340367" cy="172518"/>
              <a:chOff x="198225" y="4390550"/>
              <a:chExt cx="3765075" cy="484600"/>
            </a:xfrm>
          </p:grpSpPr>
          <p:sp>
            <p:nvSpPr>
              <p:cNvPr id="3781" name="Google Shape;3781;p114"/>
              <p:cNvSpPr/>
              <p:nvPr/>
            </p:nvSpPr>
            <p:spPr>
              <a:xfrm>
                <a:off x="198225" y="4390550"/>
                <a:ext cx="358052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143221" h="15693" fill="none" extrusionOk="0">
                    <a:moveTo>
                      <a:pt x="1" y="7585"/>
                    </a:moveTo>
                    <a:lnTo>
                      <a:pt x="21063" y="7585"/>
                    </a:lnTo>
                    <a:lnTo>
                      <a:pt x="28659" y="1"/>
                    </a:lnTo>
                    <a:lnTo>
                      <a:pt x="118492" y="1"/>
                    </a:lnTo>
                    <a:lnTo>
                      <a:pt x="134172" y="15693"/>
                    </a:lnTo>
                    <a:lnTo>
                      <a:pt x="143221" y="1569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2" name="Google Shape;3782;p114"/>
              <p:cNvSpPr/>
              <p:nvPr/>
            </p:nvSpPr>
            <p:spPr>
              <a:xfrm>
                <a:off x="3778725" y="4690575"/>
                <a:ext cx="184575" cy="184575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83" fill="none" extrusionOk="0">
                    <a:moveTo>
                      <a:pt x="1" y="3692"/>
                    </a:moveTo>
                    <a:cubicBezTo>
                      <a:pt x="1" y="1656"/>
                      <a:pt x="1656" y="1"/>
                      <a:pt x="3692" y="1"/>
                    </a:cubicBezTo>
                    <a:cubicBezTo>
                      <a:pt x="5728" y="1"/>
                      <a:pt x="7383" y="1656"/>
                      <a:pt x="7383" y="3692"/>
                    </a:cubicBezTo>
                    <a:cubicBezTo>
                      <a:pt x="7383" y="5728"/>
                      <a:pt x="5728" y="7383"/>
                      <a:pt x="3692" y="7383"/>
                    </a:cubicBezTo>
                    <a:cubicBezTo>
                      <a:pt x="1656" y="7383"/>
                      <a:pt x="1" y="5728"/>
                      <a:pt x="1" y="3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83" name="Google Shape;3783;p114"/>
            <p:cNvSpPr/>
            <p:nvPr/>
          </p:nvSpPr>
          <p:spPr>
            <a:xfrm rot="5400000">
              <a:off x="5147401" y="1606362"/>
              <a:ext cx="266100" cy="265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4" name="Google Shape;3784;p114"/>
          <p:cNvGrpSpPr/>
          <p:nvPr/>
        </p:nvGrpSpPr>
        <p:grpSpPr>
          <a:xfrm>
            <a:off x="4035118" y="3235415"/>
            <a:ext cx="1340367" cy="322573"/>
            <a:chOff x="4035118" y="3235415"/>
            <a:chExt cx="1340367" cy="322573"/>
          </a:xfrm>
        </p:grpSpPr>
        <p:grpSp>
          <p:nvGrpSpPr>
            <p:cNvPr id="3785" name="Google Shape;3785;p114"/>
            <p:cNvGrpSpPr/>
            <p:nvPr/>
          </p:nvGrpSpPr>
          <p:grpSpPr>
            <a:xfrm>
              <a:off x="4035118" y="3235415"/>
              <a:ext cx="1340367" cy="172518"/>
              <a:chOff x="198225" y="4390550"/>
              <a:chExt cx="3765075" cy="484600"/>
            </a:xfrm>
          </p:grpSpPr>
          <p:sp>
            <p:nvSpPr>
              <p:cNvPr id="3786" name="Google Shape;3786;p114"/>
              <p:cNvSpPr/>
              <p:nvPr/>
            </p:nvSpPr>
            <p:spPr>
              <a:xfrm>
                <a:off x="198225" y="4390550"/>
                <a:ext cx="358052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143221" h="15693" fill="none" extrusionOk="0">
                    <a:moveTo>
                      <a:pt x="1" y="7585"/>
                    </a:moveTo>
                    <a:lnTo>
                      <a:pt x="21063" y="7585"/>
                    </a:lnTo>
                    <a:lnTo>
                      <a:pt x="28659" y="1"/>
                    </a:lnTo>
                    <a:lnTo>
                      <a:pt x="118492" y="1"/>
                    </a:lnTo>
                    <a:lnTo>
                      <a:pt x="134172" y="15693"/>
                    </a:lnTo>
                    <a:lnTo>
                      <a:pt x="143221" y="1569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114"/>
              <p:cNvSpPr/>
              <p:nvPr/>
            </p:nvSpPr>
            <p:spPr>
              <a:xfrm>
                <a:off x="3778725" y="4690575"/>
                <a:ext cx="184575" cy="184575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83" fill="none" extrusionOk="0">
                    <a:moveTo>
                      <a:pt x="1" y="3692"/>
                    </a:moveTo>
                    <a:cubicBezTo>
                      <a:pt x="1" y="1656"/>
                      <a:pt x="1656" y="1"/>
                      <a:pt x="3692" y="1"/>
                    </a:cubicBezTo>
                    <a:cubicBezTo>
                      <a:pt x="5728" y="1"/>
                      <a:pt x="7383" y="1656"/>
                      <a:pt x="7383" y="3692"/>
                    </a:cubicBezTo>
                    <a:cubicBezTo>
                      <a:pt x="7383" y="5728"/>
                      <a:pt x="5728" y="7383"/>
                      <a:pt x="3692" y="7383"/>
                    </a:cubicBezTo>
                    <a:cubicBezTo>
                      <a:pt x="1656" y="7383"/>
                      <a:pt x="1" y="5728"/>
                      <a:pt x="1" y="3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88" name="Google Shape;3788;p114"/>
            <p:cNvSpPr/>
            <p:nvPr/>
          </p:nvSpPr>
          <p:spPr>
            <a:xfrm rot="5400000">
              <a:off x="4249089" y="3292337"/>
              <a:ext cx="266100" cy="265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9" name="Google Shape;3789;p114"/>
          <p:cNvGrpSpPr/>
          <p:nvPr/>
        </p:nvGrpSpPr>
        <p:grpSpPr>
          <a:xfrm>
            <a:off x="6513293" y="3082262"/>
            <a:ext cx="1340367" cy="325670"/>
            <a:chOff x="6513293" y="3082262"/>
            <a:chExt cx="1340367" cy="325670"/>
          </a:xfrm>
        </p:grpSpPr>
        <p:grpSp>
          <p:nvGrpSpPr>
            <p:cNvPr id="3790" name="Google Shape;3790;p114"/>
            <p:cNvGrpSpPr/>
            <p:nvPr/>
          </p:nvGrpSpPr>
          <p:grpSpPr>
            <a:xfrm rot="10800000" flipH="1">
              <a:off x="6513293" y="3235415"/>
              <a:ext cx="1340367" cy="172518"/>
              <a:chOff x="198225" y="4390550"/>
              <a:chExt cx="3765075" cy="484600"/>
            </a:xfrm>
          </p:grpSpPr>
          <p:sp>
            <p:nvSpPr>
              <p:cNvPr id="3791" name="Google Shape;3791;p114"/>
              <p:cNvSpPr/>
              <p:nvPr/>
            </p:nvSpPr>
            <p:spPr>
              <a:xfrm>
                <a:off x="198225" y="4390550"/>
                <a:ext cx="358052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143221" h="15693" fill="none" extrusionOk="0">
                    <a:moveTo>
                      <a:pt x="1" y="7585"/>
                    </a:moveTo>
                    <a:lnTo>
                      <a:pt x="21063" y="7585"/>
                    </a:lnTo>
                    <a:lnTo>
                      <a:pt x="28659" y="1"/>
                    </a:lnTo>
                    <a:lnTo>
                      <a:pt x="118492" y="1"/>
                    </a:lnTo>
                    <a:lnTo>
                      <a:pt x="134172" y="15693"/>
                    </a:lnTo>
                    <a:lnTo>
                      <a:pt x="143221" y="1569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114"/>
              <p:cNvSpPr/>
              <p:nvPr/>
            </p:nvSpPr>
            <p:spPr>
              <a:xfrm>
                <a:off x="3778725" y="4690575"/>
                <a:ext cx="184575" cy="184575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83" fill="none" extrusionOk="0">
                    <a:moveTo>
                      <a:pt x="1" y="3692"/>
                    </a:moveTo>
                    <a:cubicBezTo>
                      <a:pt x="1" y="1656"/>
                      <a:pt x="1656" y="1"/>
                      <a:pt x="3692" y="1"/>
                    </a:cubicBezTo>
                    <a:cubicBezTo>
                      <a:pt x="5728" y="1"/>
                      <a:pt x="7383" y="1656"/>
                      <a:pt x="7383" y="3692"/>
                    </a:cubicBezTo>
                    <a:cubicBezTo>
                      <a:pt x="7383" y="5728"/>
                      <a:pt x="5728" y="7383"/>
                      <a:pt x="3692" y="7383"/>
                    </a:cubicBezTo>
                    <a:cubicBezTo>
                      <a:pt x="1656" y="7383"/>
                      <a:pt x="1" y="5728"/>
                      <a:pt x="1" y="3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93" name="Google Shape;3793;p114"/>
            <p:cNvSpPr/>
            <p:nvPr/>
          </p:nvSpPr>
          <p:spPr>
            <a:xfrm rot="5400000">
              <a:off x="7356062" y="3082712"/>
              <a:ext cx="266100" cy="265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4" name="Google Shape;3794;p114"/>
          <p:cNvGrpSpPr/>
          <p:nvPr/>
        </p:nvGrpSpPr>
        <p:grpSpPr>
          <a:xfrm>
            <a:off x="6513293" y="1433377"/>
            <a:ext cx="1340367" cy="335260"/>
            <a:chOff x="6513293" y="1433377"/>
            <a:chExt cx="1340367" cy="335260"/>
          </a:xfrm>
        </p:grpSpPr>
        <p:grpSp>
          <p:nvGrpSpPr>
            <p:cNvPr id="3795" name="Google Shape;3795;p114"/>
            <p:cNvGrpSpPr/>
            <p:nvPr/>
          </p:nvGrpSpPr>
          <p:grpSpPr>
            <a:xfrm>
              <a:off x="6513293" y="1433377"/>
              <a:ext cx="1340367" cy="172518"/>
              <a:chOff x="198225" y="4390550"/>
              <a:chExt cx="3765075" cy="484600"/>
            </a:xfrm>
          </p:grpSpPr>
          <p:sp>
            <p:nvSpPr>
              <p:cNvPr id="3796" name="Google Shape;3796;p114"/>
              <p:cNvSpPr/>
              <p:nvPr/>
            </p:nvSpPr>
            <p:spPr>
              <a:xfrm>
                <a:off x="198225" y="4390550"/>
                <a:ext cx="358052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143221" h="15693" fill="none" extrusionOk="0">
                    <a:moveTo>
                      <a:pt x="1" y="7585"/>
                    </a:moveTo>
                    <a:lnTo>
                      <a:pt x="21063" y="7585"/>
                    </a:lnTo>
                    <a:lnTo>
                      <a:pt x="28659" y="1"/>
                    </a:lnTo>
                    <a:lnTo>
                      <a:pt x="118492" y="1"/>
                    </a:lnTo>
                    <a:lnTo>
                      <a:pt x="134172" y="15693"/>
                    </a:lnTo>
                    <a:lnTo>
                      <a:pt x="143221" y="1569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114"/>
              <p:cNvSpPr/>
              <p:nvPr/>
            </p:nvSpPr>
            <p:spPr>
              <a:xfrm>
                <a:off x="3778725" y="4690575"/>
                <a:ext cx="184575" cy="184575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83" fill="none" extrusionOk="0">
                    <a:moveTo>
                      <a:pt x="1" y="3692"/>
                    </a:moveTo>
                    <a:cubicBezTo>
                      <a:pt x="1" y="1656"/>
                      <a:pt x="1656" y="1"/>
                      <a:pt x="3692" y="1"/>
                    </a:cubicBezTo>
                    <a:cubicBezTo>
                      <a:pt x="5728" y="1"/>
                      <a:pt x="7383" y="1656"/>
                      <a:pt x="7383" y="3692"/>
                    </a:cubicBezTo>
                    <a:cubicBezTo>
                      <a:pt x="7383" y="5728"/>
                      <a:pt x="5728" y="7383"/>
                      <a:pt x="3692" y="7383"/>
                    </a:cubicBezTo>
                    <a:cubicBezTo>
                      <a:pt x="1656" y="7383"/>
                      <a:pt x="1" y="5728"/>
                      <a:pt x="1" y="3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98" name="Google Shape;3798;p114"/>
            <p:cNvSpPr/>
            <p:nvPr/>
          </p:nvSpPr>
          <p:spPr>
            <a:xfrm rot="5400000">
              <a:off x="6742126" y="1502987"/>
              <a:ext cx="266100" cy="2652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9" name="Google Shape;3799;p114"/>
          <p:cNvGrpSpPr/>
          <p:nvPr/>
        </p:nvGrpSpPr>
        <p:grpSpPr>
          <a:xfrm>
            <a:off x="1048795" y="3172058"/>
            <a:ext cx="319339" cy="325805"/>
            <a:chOff x="-65129950" y="2646800"/>
            <a:chExt cx="311125" cy="317425"/>
          </a:xfrm>
        </p:grpSpPr>
        <p:sp>
          <p:nvSpPr>
            <p:cNvPr id="3800" name="Google Shape;3800;p114"/>
            <p:cNvSpPr/>
            <p:nvPr/>
          </p:nvSpPr>
          <p:spPr>
            <a:xfrm>
              <a:off x="-65129950" y="2646800"/>
              <a:ext cx="311125" cy="317425"/>
            </a:xfrm>
            <a:custGeom>
              <a:avLst/>
              <a:gdLst/>
              <a:ahLst/>
              <a:cxnLst/>
              <a:rect l="l" t="t" r="r" b="b"/>
              <a:pathLst>
                <a:path w="12445" h="12697" extrusionOk="0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114"/>
            <p:cNvSpPr/>
            <p:nvPr/>
          </p:nvSpPr>
          <p:spPr>
            <a:xfrm>
              <a:off x="-65066950" y="2738175"/>
              <a:ext cx="187475" cy="185100"/>
            </a:xfrm>
            <a:custGeom>
              <a:avLst/>
              <a:gdLst/>
              <a:ahLst/>
              <a:cxnLst/>
              <a:rect l="l" t="t" r="r" b="b"/>
              <a:pathLst>
                <a:path w="7499" h="7404" extrusionOk="0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2" name="Google Shape;3802;p114"/>
          <p:cNvGrpSpPr/>
          <p:nvPr/>
        </p:nvGrpSpPr>
        <p:grpSpPr>
          <a:xfrm>
            <a:off x="1052495" y="1358365"/>
            <a:ext cx="319342" cy="322550"/>
            <a:chOff x="-64764500" y="2280550"/>
            <a:chExt cx="316650" cy="319800"/>
          </a:xfrm>
        </p:grpSpPr>
        <p:sp>
          <p:nvSpPr>
            <p:cNvPr id="3803" name="Google Shape;3803;p114"/>
            <p:cNvSpPr/>
            <p:nvPr/>
          </p:nvSpPr>
          <p:spPr>
            <a:xfrm>
              <a:off x="-64764500" y="2280550"/>
              <a:ext cx="316650" cy="319800"/>
            </a:xfrm>
            <a:custGeom>
              <a:avLst/>
              <a:gdLst/>
              <a:ahLst/>
              <a:cxnLst/>
              <a:rect l="l" t="t" r="r" b="b"/>
              <a:pathLst>
                <a:path w="12666" h="12792" extrusionOk="0">
                  <a:moveTo>
                    <a:pt x="11405" y="820"/>
                  </a:moveTo>
                  <a:cubicBezTo>
                    <a:pt x="11657" y="820"/>
                    <a:pt x="11815" y="1009"/>
                    <a:pt x="11815" y="1261"/>
                  </a:cubicBezTo>
                  <a:cubicBezTo>
                    <a:pt x="11815" y="1481"/>
                    <a:pt x="11657" y="1670"/>
                    <a:pt x="11405" y="1670"/>
                  </a:cubicBezTo>
                  <a:lnTo>
                    <a:pt x="1229" y="1670"/>
                  </a:lnTo>
                  <a:cubicBezTo>
                    <a:pt x="977" y="1670"/>
                    <a:pt x="788" y="1481"/>
                    <a:pt x="788" y="1261"/>
                  </a:cubicBezTo>
                  <a:cubicBezTo>
                    <a:pt x="788" y="1009"/>
                    <a:pt x="977" y="820"/>
                    <a:pt x="1229" y="820"/>
                  </a:cubicBezTo>
                  <a:close/>
                  <a:moveTo>
                    <a:pt x="10996" y="2521"/>
                  </a:moveTo>
                  <a:lnTo>
                    <a:pt x="10996" y="8286"/>
                  </a:lnTo>
                  <a:lnTo>
                    <a:pt x="1607" y="8286"/>
                  </a:lnTo>
                  <a:lnTo>
                    <a:pt x="1607" y="2521"/>
                  </a:lnTo>
                  <a:close/>
                  <a:moveTo>
                    <a:pt x="6302" y="11027"/>
                  </a:moveTo>
                  <a:cubicBezTo>
                    <a:pt x="6554" y="11027"/>
                    <a:pt x="6743" y="11216"/>
                    <a:pt x="6743" y="11437"/>
                  </a:cubicBezTo>
                  <a:cubicBezTo>
                    <a:pt x="6743" y="11689"/>
                    <a:pt x="6522" y="11878"/>
                    <a:pt x="6302" y="11878"/>
                  </a:cubicBezTo>
                  <a:cubicBezTo>
                    <a:pt x="6050" y="11878"/>
                    <a:pt x="5892" y="11689"/>
                    <a:pt x="5892" y="11437"/>
                  </a:cubicBezTo>
                  <a:cubicBezTo>
                    <a:pt x="5892" y="11216"/>
                    <a:pt x="6113" y="11027"/>
                    <a:pt x="6302" y="11027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cubicBezTo>
                    <a:pt x="1" y="1797"/>
                    <a:pt x="347" y="2238"/>
                    <a:pt x="820" y="2427"/>
                  </a:cubicBezTo>
                  <a:lnTo>
                    <a:pt x="820" y="8286"/>
                  </a:lnTo>
                  <a:lnTo>
                    <a:pt x="442" y="8286"/>
                  </a:lnTo>
                  <a:cubicBezTo>
                    <a:pt x="190" y="8286"/>
                    <a:pt x="32" y="8507"/>
                    <a:pt x="32" y="8728"/>
                  </a:cubicBezTo>
                  <a:cubicBezTo>
                    <a:pt x="32" y="8980"/>
                    <a:pt x="221" y="9169"/>
                    <a:pt x="442" y="9169"/>
                  </a:cubicBezTo>
                  <a:lnTo>
                    <a:pt x="5955" y="9169"/>
                  </a:lnTo>
                  <a:lnTo>
                    <a:pt x="5955" y="10334"/>
                  </a:lnTo>
                  <a:cubicBezTo>
                    <a:pt x="5483" y="10492"/>
                    <a:pt x="5104" y="10964"/>
                    <a:pt x="5104" y="11531"/>
                  </a:cubicBezTo>
                  <a:cubicBezTo>
                    <a:pt x="5104" y="12193"/>
                    <a:pt x="5672" y="12792"/>
                    <a:pt x="6333" y="12792"/>
                  </a:cubicBezTo>
                  <a:cubicBezTo>
                    <a:pt x="6995" y="12792"/>
                    <a:pt x="7593" y="12225"/>
                    <a:pt x="7593" y="11531"/>
                  </a:cubicBezTo>
                  <a:cubicBezTo>
                    <a:pt x="7593" y="10964"/>
                    <a:pt x="7247" y="10555"/>
                    <a:pt x="6774" y="10334"/>
                  </a:cubicBezTo>
                  <a:lnTo>
                    <a:pt x="6774" y="9169"/>
                  </a:lnTo>
                  <a:lnTo>
                    <a:pt x="12288" y="9169"/>
                  </a:lnTo>
                  <a:cubicBezTo>
                    <a:pt x="12508" y="9169"/>
                    <a:pt x="12666" y="8980"/>
                    <a:pt x="12666" y="8728"/>
                  </a:cubicBezTo>
                  <a:cubicBezTo>
                    <a:pt x="12666" y="8507"/>
                    <a:pt x="12477" y="8286"/>
                    <a:pt x="12288" y="8286"/>
                  </a:cubicBezTo>
                  <a:lnTo>
                    <a:pt x="11847" y="8286"/>
                  </a:lnTo>
                  <a:lnTo>
                    <a:pt x="11847" y="2427"/>
                  </a:lnTo>
                  <a:cubicBezTo>
                    <a:pt x="12319" y="2238"/>
                    <a:pt x="12634" y="1797"/>
                    <a:pt x="12634" y="1261"/>
                  </a:cubicBezTo>
                  <a:cubicBezTo>
                    <a:pt x="12634" y="568"/>
                    <a:pt x="12099" y="1"/>
                    <a:pt x="114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114"/>
            <p:cNvSpPr/>
            <p:nvPr/>
          </p:nvSpPr>
          <p:spPr>
            <a:xfrm>
              <a:off x="-64679425" y="2364825"/>
              <a:ext cx="146500" cy="102450"/>
            </a:xfrm>
            <a:custGeom>
              <a:avLst/>
              <a:gdLst/>
              <a:ahLst/>
              <a:cxnLst/>
              <a:rect l="l" t="t" r="r" b="b"/>
              <a:pathLst>
                <a:path w="5860" h="4098" extrusionOk="0">
                  <a:moveTo>
                    <a:pt x="3749" y="1"/>
                  </a:moveTo>
                  <a:cubicBezTo>
                    <a:pt x="3529" y="1"/>
                    <a:pt x="3371" y="190"/>
                    <a:pt x="3371" y="442"/>
                  </a:cubicBezTo>
                  <a:cubicBezTo>
                    <a:pt x="3371" y="662"/>
                    <a:pt x="3560" y="820"/>
                    <a:pt x="3749" y="820"/>
                  </a:cubicBezTo>
                  <a:lnTo>
                    <a:pt x="4442" y="820"/>
                  </a:lnTo>
                  <a:lnTo>
                    <a:pt x="2930" y="2332"/>
                  </a:lnTo>
                  <a:lnTo>
                    <a:pt x="2395" y="1765"/>
                  </a:lnTo>
                  <a:cubicBezTo>
                    <a:pt x="2316" y="1686"/>
                    <a:pt x="2206" y="1647"/>
                    <a:pt x="2095" y="1647"/>
                  </a:cubicBezTo>
                  <a:cubicBezTo>
                    <a:pt x="1985" y="1647"/>
                    <a:pt x="1875" y="1686"/>
                    <a:pt x="1796" y="1765"/>
                  </a:cubicBezTo>
                  <a:lnTo>
                    <a:pt x="126" y="3435"/>
                  </a:lnTo>
                  <a:cubicBezTo>
                    <a:pt x="0" y="3592"/>
                    <a:pt x="0" y="3844"/>
                    <a:pt x="126" y="4033"/>
                  </a:cubicBezTo>
                  <a:cubicBezTo>
                    <a:pt x="195" y="4075"/>
                    <a:pt x="288" y="4098"/>
                    <a:pt x="384" y="4098"/>
                  </a:cubicBezTo>
                  <a:cubicBezTo>
                    <a:pt x="507" y="4098"/>
                    <a:pt x="636" y="4059"/>
                    <a:pt x="725" y="3970"/>
                  </a:cubicBezTo>
                  <a:lnTo>
                    <a:pt x="2111" y="2616"/>
                  </a:lnTo>
                  <a:lnTo>
                    <a:pt x="2647" y="3151"/>
                  </a:lnTo>
                  <a:cubicBezTo>
                    <a:pt x="2725" y="3230"/>
                    <a:pt x="2836" y="3269"/>
                    <a:pt x="2946" y="3269"/>
                  </a:cubicBezTo>
                  <a:cubicBezTo>
                    <a:pt x="3056" y="3269"/>
                    <a:pt x="3166" y="3230"/>
                    <a:pt x="3245" y="3151"/>
                  </a:cubicBezTo>
                  <a:lnTo>
                    <a:pt x="5009" y="1387"/>
                  </a:lnTo>
                  <a:lnTo>
                    <a:pt x="5009" y="2049"/>
                  </a:lnTo>
                  <a:cubicBezTo>
                    <a:pt x="5009" y="2269"/>
                    <a:pt x="5230" y="2490"/>
                    <a:pt x="5451" y="2490"/>
                  </a:cubicBezTo>
                  <a:cubicBezTo>
                    <a:pt x="5703" y="2490"/>
                    <a:pt x="5860" y="2269"/>
                    <a:pt x="5860" y="2049"/>
                  </a:cubicBezTo>
                  <a:lnTo>
                    <a:pt x="5860" y="410"/>
                  </a:lnTo>
                  <a:cubicBezTo>
                    <a:pt x="5860" y="158"/>
                    <a:pt x="5640" y="1"/>
                    <a:pt x="54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5" name="Google Shape;3805;p114"/>
          <p:cNvGrpSpPr/>
          <p:nvPr/>
        </p:nvGrpSpPr>
        <p:grpSpPr>
          <a:xfrm>
            <a:off x="3575920" y="1365881"/>
            <a:ext cx="319319" cy="307653"/>
            <a:chOff x="-63665750" y="1914325"/>
            <a:chExt cx="328450" cy="316450"/>
          </a:xfrm>
        </p:grpSpPr>
        <p:sp>
          <p:nvSpPr>
            <p:cNvPr id="3806" name="Google Shape;3806;p114"/>
            <p:cNvSpPr/>
            <p:nvPr/>
          </p:nvSpPr>
          <p:spPr>
            <a:xfrm>
              <a:off x="-63665750" y="1914325"/>
              <a:ext cx="328450" cy="316450"/>
            </a:xfrm>
            <a:custGeom>
              <a:avLst/>
              <a:gdLst/>
              <a:ahLst/>
              <a:cxnLst/>
              <a:rect l="l" t="t" r="r" b="b"/>
              <a:pathLst>
                <a:path w="13138" h="12658" extrusionOk="0">
                  <a:moveTo>
                    <a:pt x="8144" y="835"/>
                  </a:moveTo>
                  <a:cubicBezTo>
                    <a:pt x="9097" y="835"/>
                    <a:pt x="10050" y="1197"/>
                    <a:pt x="10775" y="1922"/>
                  </a:cubicBezTo>
                  <a:cubicBezTo>
                    <a:pt x="12256" y="3371"/>
                    <a:pt x="12256" y="5734"/>
                    <a:pt x="10775" y="7183"/>
                  </a:cubicBezTo>
                  <a:cubicBezTo>
                    <a:pt x="10050" y="7908"/>
                    <a:pt x="9097" y="8270"/>
                    <a:pt x="8144" y="8270"/>
                  </a:cubicBezTo>
                  <a:cubicBezTo>
                    <a:pt x="7191" y="8270"/>
                    <a:pt x="6238" y="7908"/>
                    <a:pt x="5513" y="7183"/>
                  </a:cubicBezTo>
                  <a:cubicBezTo>
                    <a:pt x="4064" y="5734"/>
                    <a:pt x="4064" y="3371"/>
                    <a:pt x="5513" y="1922"/>
                  </a:cubicBezTo>
                  <a:cubicBezTo>
                    <a:pt x="6238" y="1197"/>
                    <a:pt x="7191" y="835"/>
                    <a:pt x="8144" y="835"/>
                  </a:cubicBezTo>
                  <a:close/>
                  <a:moveTo>
                    <a:pt x="3466" y="8632"/>
                  </a:moveTo>
                  <a:lnTo>
                    <a:pt x="4064" y="9231"/>
                  </a:lnTo>
                  <a:lnTo>
                    <a:pt x="1607" y="11688"/>
                  </a:lnTo>
                  <a:lnTo>
                    <a:pt x="1008" y="11090"/>
                  </a:lnTo>
                  <a:lnTo>
                    <a:pt x="3466" y="8632"/>
                  </a:lnTo>
                  <a:close/>
                  <a:moveTo>
                    <a:pt x="8172" y="0"/>
                  </a:moveTo>
                  <a:cubicBezTo>
                    <a:pt x="7010" y="0"/>
                    <a:pt x="5844" y="441"/>
                    <a:pt x="4946" y="1323"/>
                  </a:cubicBezTo>
                  <a:cubicBezTo>
                    <a:pt x="3277" y="3024"/>
                    <a:pt x="3182" y="5671"/>
                    <a:pt x="4694" y="7467"/>
                  </a:cubicBezTo>
                  <a:lnTo>
                    <a:pt x="4096" y="8065"/>
                  </a:lnTo>
                  <a:lnTo>
                    <a:pt x="3214" y="7183"/>
                  </a:lnTo>
                  <a:cubicBezTo>
                    <a:pt x="3151" y="7104"/>
                    <a:pt x="3048" y="7065"/>
                    <a:pt x="2942" y="7065"/>
                  </a:cubicBezTo>
                  <a:cubicBezTo>
                    <a:pt x="2836" y="7065"/>
                    <a:pt x="2725" y="7104"/>
                    <a:pt x="2646" y="7183"/>
                  </a:cubicBezTo>
                  <a:cubicBezTo>
                    <a:pt x="2489" y="7341"/>
                    <a:pt x="2489" y="7624"/>
                    <a:pt x="2646" y="7782"/>
                  </a:cubicBezTo>
                  <a:lnTo>
                    <a:pt x="2899" y="8065"/>
                  </a:lnTo>
                  <a:lnTo>
                    <a:pt x="158" y="10806"/>
                  </a:lnTo>
                  <a:cubicBezTo>
                    <a:pt x="0" y="10964"/>
                    <a:pt x="0" y="11247"/>
                    <a:pt x="158" y="11405"/>
                  </a:cubicBezTo>
                  <a:lnTo>
                    <a:pt x="1292" y="12539"/>
                  </a:lnTo>
                  <a:cubicBezTo>
                    <a:pt x="1371" y="12618"/>
                    <a:pt x="1481" y="12657"/>
                    <a:pt x="1591" y="12657"/>
                  </a:cubicBezTo>
                  <a:cubicBezTo>
                    <a:pt x="1701" y="12657"/>
                    <a:pt x="1812" y="12618"/>
                    <a:pt x="1890" y="12539"/>
                  </a:cubicBezTo>
                  <a:lnTo>
                    <a:pt x="4631" y="9798"/>
                  </a:lnTo>
                  <a:lnTo>
                    <a:pt x="4915" y="10050"/>
                  </a:lnTo>
                  <a:cubicBezTo>
                    <a:pt x="4994" y="10129"/>
                    <a:pt x="5104" y="10168"/>
                    <a:pt x="5214" y="10168"/>
                  </a:cubicBezTo>
                  <a:cubicBezTo>
                    <a:pt x="5324" y="10168"/>
                    <a:pt x="5435" y="10129"/>
                    <a:pt x="5513" y="10050"/>
                  </a:cubicBezTo>
                  <a:cubicBezTo>
                    <a:pt x="5671" y="9893"/>
                    <a:pt x="5671" y="9640"/>
                    <a:pt x="5513" y="9483"/>
                  </a:cubicBezTo>
                  <a:lnTo>
                    <a:pt x="4631" y="8601"/>
                  </a:lnTo>
                  <a:lnTo>
                    <a:pt x="5230" y="8034"/>
                  </a:lnTo>
                  <a:cubicBezTo>
                    <a:pt x="6059" y="8730"/>
                    <a:pt x="7090" y="9078"/>
                    <a:pt x="8127" y="9078"/>
                  </a:cubicBezTo>
                  <a:cubicBezTo>
                    <a:pt x="9296" y="9078"/>
                    <a:pt x="10472" y="8635"/>
                    <a:pt x="11373" y="7750"/>
                  </a:cubicBezTo>
                  <a:cubicBezTo>
                    <a:pt x="13138" y="5986"/>
                    <a:pt x="13138" y="3087"/>
                    <a:pt x="11373" y="1323"/>
                  </a:cubicBezTo>
                  <a:cubicBezTo>
                    <a:pt x="10491" y="441"/>
                    <a:pt x="9333" y="0"/>
                    <a:pt x="81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14"/>
            <p:cNvSpPr/>
            <p:nvPr/>
          </p:nvSpPr>
          <p:spPr>
            <a:xfrm>
              <a:off x="-63524775" y="1955275"/>
              <a:ext cx="123675" cy="134700"/>
            </a:xfrm>
            <a:custGeom>
              <a:avLst/>
              <a:gdLst/>
              <a:ahLst/>
              <a:cxnLst/>
              <a:rect l="l" t="t" r="r" b="b"/>
              <a:pathLst>
                <a:path w="4947" h="5388" extrusionOk="0">
                  <a:moveTo>
                    <a:pt x="2458" y="882"/>
                  </a:moveTo>
                  <a:cubicBezTo>
                    <a:pt x="2930" y="882"/>
                    <a:pt x="3308" y="1229"/>
                    <a:pt x="3308" y="1702"/>
                  </a:cubicBezTo>
                  <a:cubicBezTo>
                    <a:pt x="3308" y="2174"/>
                    <a:pt x="2962" y="2521"/>
                    <a:pt x="2458" y="2521"/>
                  </a:cubicBezTo>
                  <a:cubicBezTo>
                    <a:pt x="1985" y="2521"/>
                    <a:pt x="1639" y="2174"/>
                    <a:pt x="1639" y="1702"/>
                  </a:cubicBezTo>
                  <a:cubicBezTo>
                    <a:pt x="1639" y="1229"/>
                    <a:pt x="2048" y="882"/>
                    <a:pt x="2458" y="882"/>
                  </a:cubicBezTo>
                  <a:close/>
                  <a:moveTo>
                    <a:pt x="2458" y="3340"/>
                  </a:moveTo>
                  <a:cubicBezTo>
                    <a:pt x="3245" y="3340"/>
                    <a:pt x="3876" y="3875"/>
                    <a:pt x="4096" y="4600"/>
                  </a:cubicBezTo>
                  <a:lnTo>
                    <a:pt x="883" y="4600"/>
                  </a:lnTo>
                  <a:cubicBezTo>
                    <a:pt x="1040" y="3875"/>
                    <a:pt x="1733" y="3340"/>
                    <a:pt x="2458" y="3340"/>
                  </a:cubicBezTo>
                  <a:close/>
                  <a:moveTo>
                    <a:pt x="2458" y="0"/>
                  </a:moveTo>
                  <a:cubicBezTo>
                    <a:pt x="1576" y="0"/>
                    <a:pt x="820" y="756"/>
                    <a:pt x="820" y="1670"/>
                  </a:cubicBezTo>
                  <a:cubicBezTo>
                    <a:pt x="820" y="2080"/>
                    <a:pt x="977" y="2489"/>
                    <a:pt x="1292" y="2804"/>
                  </a:cubicBezTo>
                  <a:cubicBezTo>
                    <a:pt x="536" y="3245"/>
                    <a:pt x="0" y="4033"/>
                    <a:pt x="0" y="4978"/>
                  </a:cubicBezTo>
                  <a:cubicBezTo>
                    <a:pt x="0" y="5230"/>
                    <a:pt x="189" y="5388"/>
                    <a:pt x="410" y="5388"/>
                  </a:cubicBezTo>
                  <a:lnTo>
                    <a:pt x="4569" y="5388"/>
                  </a:lnTo>
                  <a:cubicBezTo>
                    <a:pt x="4789" y="5388"/>
                    <a:pt x="4947" y="5199"/>
                    <a:pt x="4947" y="4978"/>
                  </a:cubicBezTo>
                  <a:cubicBezTo>
                    <a:pt x="4947" y="4033"/>
                    <a:pt x="4443" y="3245"/>
                    <a:pt x="3655" y="2804"/>
                  </a:cubicBezTo>
                  <a:cubicBezTo>
                    <a:pt x="3939" y="2489"/>
                    <a:pt x="4128" y="2080"/>
                    <a:pt x="4128" y="1670"/>
                  </a:cubicBezTo>
                  <a:cubicBezTo>
                    <a:pt x="4128" y="756"/>
                    <a:pt x="3371" y="0"/>
                    <a:pt x="2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8" name="Google Shape;3808;p114"/>
          <p:cNvGrpSpPr/>
          <p:nvPr/>
        </p:nvGrpSpPr>
        <p:grpSpPr>
          <a:xfrm>
            <a:off x="6053018" y="1360811"/>
            <a:ext cx="319337" cy="317648"/>
            <a:chOff x="1412450" y="1954475"/>
            <a:chExt cx="297750" cy="296175"/>
          </a:xfrm>
        </p:grpSpPr>
        <p:sp>
          <p:nvSpPr>
            <p:cNvPr id="3809" name="Google Shape;3809;p114"/>
            <p:cNvSpPr/>
            <p:nvPr/>
          </p:nvSpPr>
          <p:spPr>
            <a:xfrm>
              <a:off x="1483350" y="2023800"/>
              <a:ext cx="155975" cy="155975"/>
            </a:xfrm>
            <a:custGeom>
              <a:avLst/>
              <a:gdLst/>
              <a:ahLst/>
              <a:cxnLst/>
              <a:rect l="l" t="t" r="r" b="b"/>
              <a:pathLst>
                <a:path w="6239" h="6239" extrusionOk="0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14"/>
            <p:cNvSpPr/>
            <p:nvPr/>
          </p:nvSpPr>
          <p:spPr>
            <a:xfrm>
              <a:off x="1412450" y="1954475"/>
              <a:ext cx="297750" cy="296175"/>
            </a:xfrm>
            <a:custGeom>
              <a:avLst/>
              <a:gdLst/>
              <a:ahLst/>
              <a:cxnLst/>
              <a:rect l="l" t="t" r="r" b="b"/>
              <a:pathLst>
                <a:path w="11910" h="11847" extrusionOk="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11" name="Google Shape;3811;p114"/>
          <p:cNvSpPr/>
          <p:nvPr/>
        </p:nvSpPr>
        <p:spPr>
          <a:xfrm>
            <a:off x="6037388" y="3215295"/>
            <a:ext cx="350403" cy="347586"/>
          </a:xfrm>
          <a:custGeom>
            <a:avLst/>
            <a:gdLst/>
            <a:ahLst/>
            <a:cxnLst/>
            <a:rect l="l" t="t" r="r" b="b"/>
            <a:pathLst>
              <a:path w="11816" h="11721" extrusionOk="0">
                <a:moveTo>
                  <a:pt x="2395" y="631"/>
                </a:moveTo>
                <a:cubicBezTo>
                  <a:pt x="2584" y="631"/>
                  <a:pt x="2742" y="789"/>
                  <a:pt x="2742" y="978"/>
                </a:cubicBezTo>
                <a:cubicBezTo>
                  <a:pt x="2742" y="1167"/>
                  <a:pt x="2584" y="1324"/>
                  <a:pt x="2395" y="1324"/>
                </a:cubicBezTo>
                <a:lnTo>
                  <a:pt x="1009" y="1324"/>
                </a:lnTo>
                <a:cubicBezTo>
                  <a:pt x="820" y="1324"/>
                  <a:pt x="663" y="1167"/>
                  <a:pt x="663" y="978"/>
                </a:cubicBezTo>
                <a:cubicBezTo>
                  <a:pt x="663" y="789"/>
                  <a:pt x="820" y="631"/>
                  <a:pt x="1009" y="631"/>
                </a:cubicBezTo>
                <a:close/>
                <a:moveTo>
                  <a:pt x="6554" y="631"/>
                </a:moveTo>
                <a:cubicBezTo>
                  <a:pt x="6774" y="631"/>
                  <a:pt x="6932" y="789"/>
                  <a:pt x="6932" y="978"/>
                </a:cubicBezTo>
                <a:cubicBezTo>
                  <a:pt x="6932" y="1167"/>
                  <a:pt x="6774" y="1324"/>
                  <a:pt x="6554" y="1324"/>
                </a:cubicBezTo>
                <a:lnTo>
                  <a:pt x="5199" y="1324"/>
                </a:lnTo>
                <a:cubicBezTo>
                  <a:pt x="4979" y="1324"/>
                  <a:pt x="4821" y="1167"/>
                  <a:pt x="4821" y="978"/>
                </a:cubicBezTo>
                <a:cubicBezTo>
                  <a:pt x="4821" y="789"/>
                  <a:pt x="4979" y="631"/>
                  <a:pt x="5199" y="631"/>
                </a:cubicBezTo>
                <a:close/>
                <a:moveTo>
                  <a:pt x="10776" y="631"/>
                </a:moveTo>
                <a:cubicBezTo>
                  <a:pt x="10965" y="631"/>
                  <a:pt x="11122" y="789"/>
                  <a:pt x="11122" y="978"/>
                </a:cubicBezTo>
                <a:cubicBezTo>
                  <a:pt x="11122" y="1167"/>
                  <a:pt x="10965" y="1324"/>
                  <a:pt x="10776" y="1324"/>
                </a:cubicBezTo>
                <a:lnTo>
                  <a:pt x="9389" y="1324"/>
                </a:lnTo>
                <a:cubicBezTo>
                  <a:pt x="9200" y="1324"/>
                  <a:pt x="9043" y="1167"/>
                  <a:pt x="9043" y="978"/>
                </a:cubicBezTo>
                <a:cubicBezTo>
                  <a:pt x="9043" y="789"/>
                  <a:pt x="9200" y="631"/>
                  <a:pt x="9389" y="631"/>
                </a:cubicBezTo>
                <a:close/>
                <a:moveTo>
                  <a:pt x="7279" y="4790"/>
                </a:moveTo>
                <a:cubicBezTo>
                  <a:pt x="7468" y="4790"/>
                  <a:pt x="7625" y="4947"/>
                  <a:pt x="7625" y="5136"/>
                </a:cubicBezTo>
                <a:lnTo>
                  <a:pt x="7625" y="6554"/>
                </a:lnTo>
                <a:cubicBezTo>
                  <a:pt x="7625" y="6775"/>
                  <a:pt x="7468" y="6932"/>
                  <a:pt x="7279" y="6932"/>
                </a:cubicBezTo>
                <a:lnTo>
                  <a:pt x="4506" y="6932"/>
                </a:lnTo>
                <a:cubicBezTo>
                  <a:pt x="4317" y="6932"/>
                  <a:pt x="4160" y="6775"/>
                  <a:pt x="4160" y="6554"/>
                </a:cubicBezTo>
                <a:lnTo>
                  <a:pt x="4160" y="5136"/>
                </a:lnTo>
                <a:cubicBezTo>
                  <a:pt x="4160" y="4947"/>
                  <a:pt x="4317" y="4790"/>
                  <a:pt x="4506" y="4790"/>
                </a:cubicBezTo>
                <a:close/>
                <a:moveTo>
                  <a:pt x="2395" y="10398"/>
                </a:moveTo>
                <a:cubicBezTo>
                  <a:pt x="2584" y="10398"/>
                  <a:pt x="2742" y="10555"/>
                  <a:pt x="2742" y="10744"/>
                </a:cubicBezTo>
                <a:cubicBezTo>
                  <a:pt x="2742" y="10933"/>
                  <a:pt x="2584" y="11091"/>
                  <a:pt x="2395" y="11091"/>
                </a:cubicBezTo>
                <a:lnTo>
                  <a:pt x="1009" y="11091"/>
                </a:lnTo>
                <a:cubicBezTo>
                  <a:pt x="820" y="11091"/>
                  <a:pt x="663" y="10933"/>
                  <a:pt x="663" y="10744"/>
                </a:cubicBezTo>
                <a:cubicBezTo>
                  <a:pt x="663" y="10555"/>
                  <a:pt x="820" y="10398"/>
                  <a:pt x="1009" y="10398"/>
                </a:cubicBezTo>
                <a:close/>
                <a:moveTo>
                  <a:pt x="6585" y="10398"/>
                </a:moveTo>
                <a:cubicBezTo>
                  <a:pt x="6806" y="10398"/>
                  <a:pt x="6964" y="10555"/>
                  <a:pt x="6964" y="10744"/>
                </a:cubicBezTo>
                <a:cubicBezTo>
                  <a:pt x="6964" y="10933"/>
                  <a:pt x="6806" y="11091"/>
                  <a:pt x="6585" y="11091"/>
                </a:cubicBezTo>
                <a:lnTo>
                  <a:pt x="5231" y="11091"/>
                </a:lnTo>
                <a:cubicBezTo>
                  <a:pt x="5010" y="11091"/>
                  <a:pt x="4853" y="10933"/>
                  <a:pt x="4853" y="10744"/>
                </a:cubicBezTo>
                <a:cubicBezTo>
                  <a:pt x="4853" y="10555"/>
                  <a:pt x="5010" y="10398"/>
                  <a:pt x="5231" y="10398"/>
                </a:cubicBezTo>
                <a:close/>
                <a:moveTo>
                  <a:pt x="10776" y="10398"/>
                </a:moveTo>
                <a:cubicBezTo>
                  <a:pt x="10965" y="10398"/>
                  <a:pt x="11122" y="10555"/>
                  <a:pt x="11122" y="10744"/>
                </a:cubicBezTo>
                <a:cubicBezTo>
                  <a:pt x="11122" y="10933"/>
                  <a:pt x="10965" y="11091"/>
                  <a:pt x="10776" y="11091"/>
                </a:cubicBezTo>
                <a:lnTo>
                  <a:pt x="9389" y="11091"/>
                </a:lnTo>
                <a:cubicBezTo>
                  <a:pt x="9200" y="11091"/>
                  <a:pt x="9043" y="10933"/>
                  <a:pt x="9043" y="10744"/>
                </a:cubicBezTo>
                <a:cubicBezTo>
                  <a:pt x="9043" y="10555"/>
                  <a:pt x="9200" y="10398"/>
                  <a:pt x="9389" y="10398"/>
                </a:cubicBezTo>
                <a:close/>
                <a:moveTo>
                  <a:pt x="1009" y="1"/>
                </a:moveTo>
                <a:cubicBezTo>
                  <a:pt x="410" y="1"/>
                  <a:pt x="1" y="474"/>
                  <a:pt x="1" y="1009"/>
                </a:cubicBezTo>
                <a:cubicBezTo>
                  <a:pt x="1" y="1608"/>
                  <a:pt x="473" y="2049"/>
                  <a:pt x="1009" y="2049"/>
                </a:cubicBezTo>
                <a:lnTo>
                  <a:pt x="1356" y="2049"/>
                </a:lnTo>
                <a:lnTo>
                  <a:pt x="1356" y="2395"/>
                </a:lnTo>
                <a:cubicBezTo>
                  <a:pt x="1356" y="2994"/>
                  <a:pt x="1828" y="3403"/>
                  <a:pt x="2395" y="3403"/>
                </a:cubicBezTo>
                <a:lnTo>
                  <a:pt x="5546" y="3403"/>
                </a:lnTo>
                <a:lnTo>
                  <a:pt x="5546" y="4128"/>
                </a:lnTo>
                <a:lnTo>
                  <a:pt x="4506" y="4128"/>
                </a:lnTo>
                <a:cubicBezTo>
                  <a:pt x="3939" y="4128"/>
                  <a:pt x="3466" y="4601"/>
                  <a:pt x="3466" y="5136"/>
                </a:cubicBezTo>
                <a:lnTo>
                  <a:pt x="3466" y="6554"/>
                </a:lnTo>
                <a:cubicBezTo>
                  <a:pt x="3466" y="7153"/>
                  <a:pt x="3939" y="7594"/>
                  <a:pt x="4506" y="7594"/>
                </a:cubicBezTo>
                <a:lnTo>
                  <a:pt x="5546" y="7594"/>
                </a:lnTo>
                <a:lnTo>
                  <a:pt x="5546" y="8287"/>
                </a:lnTo>
                <a:lnTo>
                  <a:pt x="2395" y="8287"/>
                </a:lnTo>
                <a:cubicBezTo>
                  <a:pt x="1797" y="8287"/>
                  <a:pt x="1356" y="8759"/>
                  <a:pt x="1356" y="9326"/>
                </a:cubicBezTo>
                <a:lnTo>
                  <a:pt x="1356" y="9673"/>
                </a:lnTo>
                <a:lnTo>
                  <a:pt x="1009" y="9673"/>
                </a:lnTo>
                <a:cubicBezTo>
                  <a:pt x="410" y="9673"/>
                  <a:pt x="1" y="10146"/>
                  <a:pt x="1" y="10713"/>
                </a:cubicBezTo>
                <a:cubicBezTo>
                  <a:pt x="1" y="11280"/>
                  <a:pt x="473" y="11721"/>
                  <a:pt x="1009" y="11721"/>
                </a:cubicBezTo>
                <a:lnTo>
                  <a:pt x="2395" y="11721"/>
                </a:lnTo>
                <a:cubicBezTo>
                  <a:pt x="2994" y="11721"/>
                  <a:pt x="3403" y="11248"/>
                  <a:pt x="3403" y="10713"/>
                </a:cubicBezTo>
                <a:cubicBezTo>
                  <a:pt x="3403" y="10114"/>
                  <a:pt x="2931" y="9673"/>
                  <a:pt x="2395" y="9673"/>
                </a:cubicBezTo>
                <a:lnTo>
                  <a:pt x="2049" y="9673"/>
                </a:lnTo>
                <a:lnTo>
                  <a:pt x="2049" y="9326"/>
                </a:lnTo>
                <a:cubicBezTo>
                  <a:pt x="2049" y="9137"/>
                  <a:pt x="2206" y="8980"/>
                  <a:pt x="2395" y="8980"/>
                </a:cubicBezTo>
                <a:lnTo>
                  <a:pt x="5546" y="8980"/>
                </a:lnTo>
                <a:lnTo>
                  <a:pt x="5546" y="9673"/>
                </a:lnTo>
                <a:lnTo>
                  <a:pt x="5199" y="9673"/>
                </a:lnTo>
                <a:cubicBezTo>
                  <a:pt x="4601" y="9673"/>
                  <a:pt x="4160" y="10146"/>
                  <a:pt x="4160" y="10713"/>
                </a:cubicBezTo>
                <a:cubicBezTo>
                  <a:pt x="4160" y="11280"/>
                  <a:pt x="4632" y="11721"/>
                  <a:pt x="5199" y="11721"/>
                </a:cubicBezTo>
                <a:lnTo>
                  <a:pt x="6554" y="11721"/>
                </a:lnTo>
                <a:cubicBezTo>
                  <a:pt x="7153" y="11721"/>
                  <a:pt x="7594" y="11248"/>
                  <a:pt x="7594" y="10713"/>
                </a:cubicBezTo>
                <a:cubicBezTo>
                  <a:pt x="7594" y="10114"/>
                  <a:pt x="7121" y="9673"/>
                  <a:pt x="6554" y="9673"/>
                </a:cubicBezTo>
                <a:lnTo>
                  <a:pt x="6207" y="9673"/>
                </a:lnTo>
                <a:lnTo>
                  <a:pt x="6207" y="8980"/>
                </a:lnTo>
                <a:lnTo>
                  <a:pt x="9358" y="8980"/>
                </a:lnTo>
                <a:cubicBezTo>
                  <a:pt x="9547" y="8980"/>
                  <a:pt x="9704" y="9137"/>
                  <a:pt x="9704" y="9326"/>
                </a:cubicBezTo>
                <a:lnTo>
                  <a:pt x="9704" y="9673"/>
                </a:lnTo>
                <a:lnTo>
                  <a:pt x="9358" y="9673"/>
                </a:lnTo>
                <a:cubicBezTo>
                  <a:pt x="8759" y="9673"/>
                  <a:pt x="8350" y="10146"/>
                  <a:pt x="8350" y="10713"/>
                </a:cubicBezTo>
                <a:cubicBezTo>
                  <a:pt x="8350" y="11280"/>
                  <a:pt x="8791" y="11721"/>
                  <a:pt x="9358" y="11721"/>
                </a:cubicBezTo>
                <a:lnTo>
                  <a:pt x="10744" y="11721"/>
                </a:lnTo>
                <a:cubicBezTo>
                  <a:pt x="11311" y="11721"/>
                  <a:pt x="11752" y="11248"/>
                  <a:pt x="11752" y="10713"/>
                </a:cubicBezTo>
                <a:cubicBezTo>
                  <a:pt x="11752" y="10114"/>
                  <a:pt x="11280" y="9673"/>
                  <a:pt x="10744" y="9673"/>
                </a:cubicBezTo>
                <a:lnTo>
                  <a:pt x="10366" y="9673"/>
                </a:lnTo>
                <a:lnTo>
                  <a:pt x="10366" y="9326"/>
                </a:lnTo>
                <a:cubicBezTo>
                  <a:pt x="10366" y="8728"/>
                  <a:pt x="9925" y="8287"/>
                  <a:pt x="9358" y="8287"/>
                </a:cubicBezTo>
                <a:lnTo>
                  <a:pt x="6207" y="8287"/>
                </a:lnTo>
                <a:lnTo>
                  <a:pt x="6207" y="7594"/>
                </a:lnTo>
                <a:lnTo>
                  <a:pt x="7216" y="7594"/>
                </a:lnTo>
                <a:cubicBezTo>
                  <a:pt x="7814" y="7594"/>
                  <a:pt x="8287" y="7121"/>
                  <a:pt x="8287" y="6554"/>
                </a:cubicBezTo>
                <a:lnTo>
                  <a:pt x="8287" y="5136"/>
                </a:lnTo>
                <a:cubicBezTo>
                  <a:pt x="8287" y="4569"/>
                  <a:pt x="7814" y="4128"/>
                  <a:pt x="7216" y="4128"/>
                </a:cubicBezTo>
                <a:lnTo>
                  <a:pt x="6207" y="4128"/>
                </a:lnTo>
                <a:lnTo>
                  <a:pt x="6207" y="3403"/>
                </a:lnTo>
                <a:lnTo>
                  <a:pt x="9389" y="3403"/>
                </a:lnTo>
                <a:cubicBezTo>
                  <a:pt x="9988" y="3403"/>
                  <a:pt x="10429" y="2931"/>
                  <a:pt x="10429" y="2395"/>
                </a:cubicBezTo>
                <a:lnTo>
                  <a:pt x="10429" y="2049"/>
                </a:lnTo>
                <a:lnTo>
                  <a:pt x="10776" y="2049"/>
                </a:lnTo>
                <a:cubicBezTo>
                  <a:pt x="11374" y="2049"/>
                  <a:pt x="11815" y="1576"/>
                  <a:pt x="11815" y="1009"/>
                </a:cubicBezTo>
                <a:cubicBezTo>
                  <a:pt x="11815" y="411"/>
                  <a:pt x="11343" y="1"/>
                  <a:pt x="10776" y="1"/>
                </a:cubicBezTo>
                <a:lnTo>
                  <a:pt x="9389" y="1"/>
                </a:lnTo>
                <a:cubicBezTo>
                  <a:pt x="8822" y="1"/>
                  <a:pt x="8381" y="474"/>
                  <a:pt x="8381" y="1009"/>
                </a:cubicBezTo>
                <a:cubicBezTo>
                  <a:pt x="8381" y="1608"/>
                  <a:pt x="8854" y="2049"/>
                  <a:pt x="9389" y="2049"/>
                </a:cubicBezTo>
                <a:lnTo>
                  <a:pt x="9767" y="2049"/>
                </a:lnTo>
                <a:lnTo>
                  <a:pt x="9767" y="2395"/>
                </a:lnTo>
                <a:cubicBezTo>
                  <a:pt x="9767" y="2584"/>
                  <a:pt x="9610" y="2742"/>
                  <a:pt x="9389" y="2742"/>
                </a:cubicBezTo>
                <a:lnTo>
                  <a:pt x="6239" y="2742"/>
                </a:lnTo>
                <a:lnTo>
                  <a:pt x="6239" y="2049"/>
                </a:lnTo>
                <a:lnTo>
                  <a:pt x="6617" y="2049"/>
                </a:lnTo>
                <a:cubicBezTo>
                  <a:pt x="7184" y="2049"/>
                  <a:pt x="7625" y="1576"/>
                  <a:pt x="7625" y="1009"/>
                </a:cubicBezTo>
                <a:cubicBezTo>
                  <a:pt x="7625" y="411"/>
                  <a:pt x="7153" y="1"/>
                  <a:pt x="6617" y="1"/>
                </a:cubicBezTo>
                <a:lnTo>
                  <a:pt x="5231" y="1"/>
                </a:lnTo>
                <a:cubicBezTo>
                  <a:pt x="4632" y="1"/>
                  <a:pt x="4191" y="474"/>
                  <a:pt x="4191" y="1009"/>
                </a:cubicBezTo>
                <a:cubicBezTo>
                  <a:pt x="4191" y="1608"/>
                  <a:pt x="4664" y="2049"/>
                  <a:pt x="5231" y="2049"/>
                </a:cubicBezTo>
                <a:lnTo>
                  <a:pt x="5577" y="2049"/>
                </a:lnTo>
                <a:lnTo>
                  <a:pt x="5577" y="2742"/>
                </a:lnTo>
                <a:lnTo>
                  <a:pt x="2427" y="2742"/>
                </a:lnTo>
                <a:cubicBezTo>
                  <a:pt x="2238" y="2742"/>
                  <a:pt x="2080" y="2584"/>
                  <a:pt x="2080" y="2395"/>
                </a:cubicBezTo>
                <a:lnTo>
                  <a:pt x="2080" y="2049"/>
                </a:lnTo>
                <a:lnTo>
                  <a:pt x="2427" y="2049"/>
                </a:lnTo>
                <a:cubicBezTo>
                  <a:pt x="3025" y="2049"/>
                  <a:pt x="3466" y="1576"/>
                  <a:pt x="3466" y="1009"/>
                </a:cubicBezTo>
                <a:cubicBezTo>
                  <a:pt x="3466" y="411"/>
                  <a:pt x="2994" y="1"/>
                  <a:pt x="24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12" name="Google Shape;3812;p114"/>
          <p:cNvGrpSpPr/>
          <p:nvPr/>
        </p:nvGrpSpPr>
        <p:grpSpPr>
          <a:xfrm>
            <a:off x="3574926" y="3200947"/>
            <a:ext cx="319337" cy="241405"/>
            <a:chOff x="3962775" y="1990700"/>
            <a:chExt cx="296975" cy="224500"/>
          </a:xfrm>
        </p:grpSpPr>
        <p:sp>
          <p:nvSpPr>
            <p:cNvPr id="3813" name="Google Shape;3813;p114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14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14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14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00"/>
          <p:cNvSpPr/>
          <p:nvPr/>
        </p:nvSpPr>
        <p:spPr>
          <a:xfrm>
            <a:off x="1361962" y="1222251"/>
            <a:ext cx="933000" cy="9330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0" name="Google Shape;1530;p100"/>
          <p:cNvGrpSpPr/>
          <p:nvPr/>
        </p:nvGrpSpPr>
        <p:grpSpPr>
          <a:xfrm>
            <a:off x="563687" y="2512566"/>
            <a:ext cx="2529550" cy="2170190"/>
            <a:chOff x="713100" y="1597773"/>
            <a:chExt cx="5712625" cy="3824124"/>
          </a:xfrm>
        </p:grpSpPr>
        <p:sp>
          <p:nvSpPr>
            <p:cNvPr id="1531" name="Google Shape;1531;p100"/>
            <p:cNvSpPr/>
            <p:nvPr/>
          </p:nvSpPr>
          <p:spPr>
            <a:xfrm>
              <a:off x="713100" y="1597773"/>
              <a:ext cx="5574000" cy="3685525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00"/>
            <p:cNvSpPr/>
            <p:nvPr/>
          </p:nvSpPr>
          <p:spPr>
            <a:xfrm>
              <a:off x="851725" y="1736372"/>
              <a:ext cx="5574000" cy="3685525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3" name="Google Shape;1533;p100"/>
          <p:cNvGrpSpPr/>
          <p:nvPr/>
        </p:nvGrpSpPr>
        <p:grpSpPr>
          <a:xfrm>
            <a:off x="3059003" y="1129245"/>
            <a:ext cx="3056433" cy="2341118"/>
            <a:chOff x="713100" y="1597775"/>
            <a:chExt cx="5712625" cy="3217500"/>
          </a:xfrm>
        </p:grpSpPr>
        <p:sp>
          <p:nvSpPr>
            <p:cNvPr id="1534" name="Google Shape;1534;p100"/>
            <p:cNvSpPr/>
            <p:nvPr/>
          </p:nvSpPr>
          <p:spPr>
            <a:xfrm>
              <a:off x="713100" y="1597775"/>
              <a:ext cx="5574000" cy="30789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00"/>
            <p:cNvSpPr/>
            <p:nvPr/>
          </p:nvSpPr>
          <p:spPr>
            <a:xfrm>
              <a:off x="851725" y="1736375"/>
              <a:ext cx="5574000" cy="30789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6" name="Google Shape;1536;p100"/>
          <p:cNvGrpSpPr/>
          <p:nvPr/>
        </p:nvGrpSpPr>
        <p:grpSpPr>
          <a:xfrm>
            <a:off x="6098049" y="2562267"/>
            <a:ext cx="2529550" cy="2091535"/>
            <a:chOff x="713100" y="1597775"/>
            <a:chExt cx="5712625" cy="3217500"/>
          </a:xfrm>
        </p:grpSpPr>
        <p:sp>
          <p:nvSpPr>
            <p:cNvPr id="1537" name="Google Shape;1537;p100"/>
            <p:cNvSpPr/>
            <p:nvPr/>
          </p:nvSpPr>
          <p:spPr>
            <a:xfrm>
              <a:off x="713100" y="1597775"/>
              <a:ext cx="5574000" cy="30789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00"/>
            <p:cNvSpPr/>
            <p:nvPr/>
          </p:nvSpPr>
          <p:spPr>
            <a:xfrm>
              <a:off x="851725" y="1736375"/>
              <a:ext cx="5574000" cy="30789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9" name="Google Shape;1539;p100"/>
          <p:cNvSpPr txBox="1">
            <a:spLocks noGrp="1"/>
          </p:cNvSpPr>
          <p:nvPr>
            <p:ph type="title"/>
          </p:nvPr>
        </p:nvSpPr>
        <p:spPr>
          <a:xfrm>
            <a:off x="713054" y="2777878"/>
            <a:ext cx="2230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500"/>
            </a:pPr>
            <a:r>
              <a:rPr lang="en-IN" sz="2300" dirty="0"/>
              <a:t>Email Generation</a:t>
            </a:r>
            <a:endParaRPr sz="2300" dirty="0"/>
          </a:p>
        </p:txBody>
      </p:sp>
      <p:sp>
        <p:nvSpPr>
          <p:cNvPr id="1540" name="Google Shape;1540;p100"/>
          <p:cNvSpPr txBox="1">
            <a:spLocks noGrp="1"/>
          </p:cNvSpPr>
          <p:nvPr>
            <p:ph type="title" idx="6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AI Email Writer </a:t>
            </a:r>
            <a:endParaRPr dirty="0"/>
          </a:p>
        </p:txBody>
      </p:sp>
      <p:sp>
        <p:nvSpPr>
          <p:cNvPr id="1541" name="Google Shape;1541;p100"/>
          <p:cNvSpPr txBox="1">
            <a:spLocks noGrp="1"/>
          </p:cNvSpPr>
          <p:nvPr>
            <p:ph type="subTitle" idx="1"/>
          </p:nvPr>
        </p:nvSpPr>
        <p:spPr>
          <a:xfrm>
            <a:off x="682370" y="3614477"/>
            <a:ext cx="2230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Creates professional emails instantly</a:t>
            </a:r>
            <a:endParaRPr dirty="0"/>
          </a:p>
        </p:txBody>
      </p:sp>
      <p:sp>
        <p:nvSpPr>
          <p:cNvPr id="1544" name="Google Shape;1544;p100"/>
          <p:cNvSpPr txBox="1">
            <a:spLocks noGrp="1"/>
          </p:cNvSpPr>
          <p:nvPr>
            <p:ph type="title" idx="4"/>
          </p:nvPr>
        </p:nvSpPr>
        <p:spPr>
          <a:xfrm>
            <a:off x="6247424" y="2827578"/>
            <a:ext cx="2230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300" dirty="0"/>
              <a:t>Recipient Information</a:t>
            </a:r>
            <a:endParaRPr sz="2300" dirty="0"/>
          </a:p>
        </p:txBody>
      </p:sp>
      <p:sp>
        <p:nvSpPr>
          <p:cNvPr id="1545" name="Google Shape;1545;p100"/>
          <p:cNvSpPr txBox="1">
            <a:spLocks noGrp="1"/>
          </p:cNvSpPr>
          <p:nvPr>
            <p:ph type="subTitle" idx="5"/>
          </p:nvPr>
        </p:nvSpPr>
        <p:spPr>
          <a:xfrm>
            <a:off x="6259437" y="3626206"/>
            <a:ext cx="2230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Add recipient and company details</a:t>
            </a:r>
            <a:endParaRPr dirty="0"/>
          </a:p>
        </p:txBody>
      </p:sp>
      <p:grpSp>
        <p:nvGrpSpPr>
          <p:cNvPr id="1546" name="Google Shape;1546;p100"/>
          <p:cNvGrpSpPr/>
          <p:nvPr/>
        </p:nvGrpSpPr>
        <p:grpSpPr>
          <a:xfrm>
            <a:off x="1644417" y="1521550"/>
            <a:ext cx="368091" cy="334402"/>
            <a:chOff x="-62518200" y="2692475"/>
            <a:chExt cx="318225" cy="289100"/>
          </a:xfrm>
        </p:grpSpPr>
        <p:sp>
          <p:nvSpPr>
            <p:cNvPr id="1547" name="Google Shape;1547;p100"/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00"/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9" name="Google Shape;1549;p100"/>
          <p:cNvSpPr/>
          <p:nvPr/>
        </p:nvSpPr>
        <p:spPr>
          <a:xfrm>
            <a:off x="4049649" y="3767227"/>
            <a:ext cx="933000" cy="9330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0" name="Google Shape;1550;p100"/>
          <p:cNvGrpSpPr/>
          <p:nvPr/>
        </p:nvGrpSpPr>
        <p:grpSpPr>
          <a:xfrm>
            <a:off x="4332104" y="4066526"/>
            <a:ext cx="368091" cy="334402"/>
            <a:chOff x="-62518200" y="2692475"/>
            <a:chExt cx="318225" cy="289100"/>
          </a:xfrm>
        </p:grpSpPr>
        <p:sp>
          <p:nvSpPr>
            <p:cNvPr id="1551" name="Google Shape;1551;p100"/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00"/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3" name="Google Shape;1553;p100"/>
          <p:cNvSpPr/>
          <p:nvPr/>
        </p:nvSpPr>
        <p:spPr>
          <a:xfrm>
            <a:off x="6896324" y="1271951"/>
            <a:ext cx="933000" cy="9330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4" name="Google Shape;1554;p100"/>
          <p:cNvGrpSpPr/>
          <p:nvPr/>
        </p:nvGrpSpPr>
        <p:grpSpPr>
          <a:xfrm>
            <a:off x="7178778" y="1571250"/>
            <a:ext cx="368091" cy="334402"/>
            <a:chOff x="-62518200" y="2692475"/>
            <a:chExt cx="318225" cy="289100"/>
          </a:xfrm>
        </p:grpSpPr>
        <p:sp>
          <p:nvSpPr>
            <p:cNvPr id="1555" name="Google Shape;1555;p100"/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00"/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57" name="Google Shape;1557;p100"/>
          <p:cNvCxnSpPr/>
          <p:nvPr/>
        </p:nvCxnSpPr>
        <p:spPr>
          <a:xfrm>
            <a:off x="4516149" y="3338894"/>
            <a:ext cx="0" cy="440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8" name="Google Shape;1558;p100"/>
          <p:cNvCxnSpPr>
            <a:cxnSpLocks/>
          </p:cNvCxnSpPr>
          <p:nvPr/>
        </p:nvCxnSpPr>
        <p:spPr>
          <a:xfrm>
            <a:off x="1828462" y="2159010"/>
            <a:ext cx="0" cy="440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9" name="Google Shape;1559;p100"/>
          <p:cNvCxnSpPr/>
          <p:nvPr/>
        </p:nvCxnSpPr>
        <p:spPr>
          <a:xfrm>
            <a:off x="7362824" y="2208710"/>
            <a:ext cx="0" cy="440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60" name="Google Shape;1560;p100"/>
          <p:cNvGrpSpPr/>
          <p:nvPr/>
        </p:nvGrpSpPr>
        <p:grpSpPr>
          <a:xfrm>
            <a:off x="7428454" y="1011152"/>
            <a:ext cx="1160092" cy="63948"/>
            <a:chOff x="3779200" y="1371600"/>
            <a:chExt cx="1992600" cy="109500"/>
          </a:xfrm>
        </p:grpSpPr>
        <p:sp>
          <p:nvSpPr>
            <p:cNvPr id="1561" name="Google Shape;1561;p100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00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00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00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00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00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189B334-7F52-6BD7-BF98-E944F4F79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883" y="1349726"/>
            <a:ext cx="2711716" cy="187287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2"/>
          <p:cNvSpPr/>
          <p:nvPr/>
        </p:nvSpPr>
        <p:spPr>
          <a:xfrm>
            <a:off x="-727100" y="-456925"/>
            <a:ext cx="3636300" cy="36363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6" name="Google Shape;866;p72"/>
          <p:cNvGrpSpPr/>
          <p:nvPr/>
        </p:nvGrpSpPr>
        <p:grpSpPr>
          <a:xfrm>
            <a:off x="359406" y="1936626"/>
            <a:ext cx="4054796" cy="2645273"/>
            <a:chOff x="346571" y="1721027"/>
            <a:chExt cx="6079154" cy="3094248"/>
          </a:xfrm>
        </p:grpSpPr>
        <p:sp>
          <p:nvSpPr>
            <p:cNvPr id="867" name="Google Shape;867;p72"/>
            <p:cNvSpPr/>
            <p:nvPr/>
          </p:nvSpPr>
          <p:spPr>
            <a:xfrm>
              <a:off x="346571" y="1721027"/>
              <a:ext cx="5574000" cy="30789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8" name="Google Shape;868;p72"/>
            <p:cNvSpPr/>
            <p:nvPr/>
          </p:nvSpPr>
          <p:spPr>
            <a:xfrm>
              <a:off x="851725" y="1736375"/>
              <a:ext cx="5574000" cy="30789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9" name="Google Shape;869;p72"/>
          <p:cNvSpPr txBox="1">
            <a:spLocks noGrp="1"/>
          </p:cNvSpPr>
          <p:nvPr>
            <p:ph type="title"/>
          </p:nvPr>
        </p:nvSpPr>
        <p:spPr>
          <a:xfrm>
            <a:off x="349867" y="2234623"/>
            <a:ext cx="2505798" cy="944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SzPts val="2500"/>
            </a:pPr>
            <a:r>
              <a:rPr lang="en-IN" sz="2200" dirty="0"/>
              <a:t>Attachment Support</a:t>
            </a:r>
            <a:endParaRPr sz="2200" dirty="0"/>
          </a:p>
        </p:txBody>
      </p:sp>
      <p:sp>
        <p:nvSpPr>
          <p:cNvPr id="870" name="Google Shape;870;p72"/>
          <p:cNvSpPr txBox="1">
            <a:spLocks noGrp="1"/>
          </p:cNvSpPr>
          <p:nvPr>
            <p:ph type="subTitle" idx="1"/>
          </p:nvPr>
        </p:nvSpPr>
        <p:spPr>
          <a:xfrm>
            <a:off x="782510" y="3236127"/>
            <a:ext cx="1640512" cy="8741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Attach resumes and documents easily</a:t>
            </a:r>
            <a:endParaRPr dirty="0"/>
          </a:p>
        </p:txBody>
      </p:sp>
      <p:pic>
        <p:nvPicPr>
          <p:cNvPr id="871" name="Google Shape;87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713050" y="-182942"/>
            <a:ext cx="4327995" cy="48386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2" name="Google Shape;872;p72"/>
          <p:cNvGrpSpPr/>
          <p:nvPr/>
        </p:nvGrpSpPr>
        <p:grpSpPr>
          <a:xfrm>
            <a:off x="3327675" y="831488"/>
            <a:ext cx="1154625" cy="430500"/>
            <a:chOff x="4042650" y="642025"/>
            <a:chExt cx="1154625" cy="430500"/>
          </a:xfrm>
        </p:grpSpPr>
        <p:sp>
          <p:nvSpPr>
            <p:cNvPr id="873" name="Google Shape;873;p72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72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72"/>
          <p:cNvGrpSpPr/>
          <p:nvPr/>
        </p:nvGrpSpPr>
        <p:grpSpPr>
          <a:xfrm>
            <a:off x="4896275" y="4041613"/>
            <a:ext cx="1154625" cy="430500"/>
            <a:chOff x="4042650" y="642025"/>
            <a:chExt cx="1154625" cy="430500"/>
          </a:xfrm>
        </p:grpSpPr>
        <p:sp>
          <p:nvSpPr>
            <p:cNvPr id="876" name="Google Shape;876;p72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72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8" name="Google Shape;878;p72"/>
          <p:cNvSpPr/>
          <p:nvPr/>
        </p:nvSpPr>
        <p:spPr>
          <a:xfrm>
            <a:off x="5101402" y="2806857"/>
            <a:ext cx="498000" cy="4305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9" name="Google Shape;87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17" y="0"/>
            <a:ext cx="2441750" cy="14797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70;p72">
            <a:extLst>
              <a:ext uri="{FF2B5EF4-FFF2-40B4-BE49-F238E27FC236}">
                <a16:creationId xmlns:a16="http://schemas.microsoft.com/office/drawing/2014/main" id="{F266EC6D-E35D-8F2A-A281-D6934D8E645F}"/>
              </a:ext>
            </a:extLst>
          </p:cNvPr>
          <p:cNvSpPr txBox="1">
            <a:spLocks/>
          </p:cNvSpPr>
          <p:nvPr/>
        </p:nvSpPr>
        <p:spPr>
          <a:xfrm>
            <a:off x="2356195" y="3208436"/>
            <a:ext cx="1640512" cy="87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None/>
              <a:defRPr sz="1400" b="0" i="0" u="none" strike="noStrike" cap="none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marL="0" indent="0"/>
            <a:r>
              <a:rPr lang="en-IN" dirty="0"/>
              <a:t>View previously generated emails</a:t>
            </a:r>
            <a:endParaRPr lang="en-US" dirty="0"/>
          </a:p>
        </p:txBody>
      </p:sp>
      <p:sp>
        <p:nvSpPr>
          <p:cNvPr id="3" name="Google Shape;869;p72">
            <a:extLst>
              <a:ext uri="{FF2B5EF4-FFF2-40B4-BE49-F238E27FC236}">
                <a16:creationId xmlns:a16="http://schemas.microsoft.com/office/drawing/2014/main" id="{76A5732E-CFDC-ED94-B89C-C0C7019192DF}"/>
              </a:ext>
            </a:extLst>
          </p:cNvPr>
          <p:cNvSpPr txBox="1">
            <a:spLocks/>
          </p:cNvSpPr>
          <p:nvPr/>
        </p:nvSpPr>
        <p:spPr>
          <a:xfrm>
            <a:off x="1805909" y="2291375"/>
            <a:ext cx="2505798" cy="94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algn="ctr">
              <a:buSzPts val="2500"/>
            </a:pPr>
            <a:r>
              <a:rPr lang="en-IN" sz="2200" dirty="0"/>
              <a:t>Email </a:t>
            </a:r>
          </a:p>
          <a:p>
            <a:pPr algn="ctr">
              <a:buSzPts val="2500"/>
            </a:pPr>
            <a:r>
              <a:rPr lang="en-IN" sz="2200" dirty="0"/>
              <a:t>History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7"/>
          <p:cNvSpPr/>
          <p:nvPr/>
        </p:nvSpPr>
        <p:spPr>
          <a:xfrm>
            <a:off x="694076" y="1371600"/>
            <a:ext cx="3482400" cy="3144750"/>
          </a:xfrm>
          <a:prstGeom prst="snip2DiagRect">
            <a:avLst>
              <a:gd name="adj1" fmla="val 0"/>
              <a:gd name="adj2" fmla="val 2224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77"/>
          <p:cNvSpPr txBox="1">
            <a:spLocks noGrp="1"/>
          </p:cNvSpPr>
          <p:nvPr>
            <p:ph type="title"/>
          </p:nvPr>
        </p:nvSpPr>
        <p:spPr>
          <a:xfrm>
            <a:off x="828325" y="1683375"/>
            <a:ext cx="2909100" cy="7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965" name="Google Shape;965;p77"/>
          <p:cNvSpPr txBox="1">
            <a:spLocks noGrp="1"/>
          </p:cNvSpPr>
          <p:nvPr>
            <p:ph type="subTitle" idx="1"/>
          </p:nvPr>
        </p:nvSpPr>
        <p:spPr>
          <a:xfrm>
            <a:off x="828325" y="2357675"/>
            <a:ext cx="29091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VITAELY provides an all-in-one AI-powered career development platform offering resume building, ATS analysis, interview preparation, skill gap analysis, portfolio generation, and productivity tools through a secure SaaS solution.</a:t>
            </a:r>
            <a:endParaRPr dirty="0"/>
          </a:p>
        </p:txBody>
      </p:sp>
      <p:grpSp>
        <p:nvGrpSpPr>
          <p:cNvPr id="966" name="Google Shape;966;p77"/>
          <p:cNvGrpSpPr/>
          <p:nvPr/>
        </p:nvGrpSpPr>
        <p:grpSpPr>
          <a:xfrm>
            <a:off x="201931" y="4597064"/>
            <a:ext cx="780400" cy="357900"/>
            <a:chOff x="4598506" y="471425"/>
            <a:chExt cx="780400" cy="357900"/>
          </a:xfrm>
        </p:grpSpPr>
        <p:sp>
          <p:nvSpPr>
            <p:cNvPr id="967" name="Google Shape;967;p77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77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77"/>
          <p:cNvGrpSpPr/>
          <p:nvPr/>
        </p:nvGrpSpPr>
        <p:grpSpPr>
          <a:xfrm>
            <a:off x="592131" y="714783"/>
            <a:ext cx="3104190" cy="411667"/>
            <a:chOff x="592131" y="714783"/>
            <a:chExt cx="3104190" cy="411667"/>
          </a:xfrm>
        </p:grpSpPr>
        <p:grpSp>
          <p:nvGrpSpPr>
            <p:cNvPr id="970" name="Google Shape;970;p77"/>
            <p:cNvGrpSpPr/>
            <p:nvPr/>
          </p:nvGrpSpPr>
          <p:grpSpPr>
            <a:xfrm rot="10800000" flipH="1">
              <a:off x="915813" y="714783"/>
              <a:ext cx="2780508" cy="357877"/>
              <a:chOff x="198225" y="4390550"/>
              <a:chExt cx="3765075" cy="484600"/>
            </a:xfrm>
          </p:grpSpPr>
          <p:sp>
            <p:nvSpPr>
              <p:cNvPr id="971" name="Google Shape;971;p77"/>
              <p:cNvSpPr/>
              <p:nvPr/>
            </p:nvSpPr>
            <p:spPr>
              <a:xfrm>
                <a:off x="198225" y="4390550"/>
                <a:ext cx="358052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143221" h="15693" fill="none" extrusionOk="0">
                    <a:moveTo>
                      <a:pt x="1" y="7585"/>
                    </a:moveTo>
                    <a:lnTo>
                      <a:pt x="21063" y="7585"/>
                    </a:lnTo>
                    <a:lnTo>
                      <a:pt x="28659" y="1"/>
                    </a:lnTo>
                    <a:lnTo>
                      <a:pt x="118492" y="1"/>
                    </a:lnTo>
                    <a:lnTo>
                      <a:pt x="134172" y="15693"/>
                    </a:lnTo>
                    <a:lnTo>
                      <a:pt x="143221" y="1569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77"/>
              <p:cNvSpPr/>
              <p:nvPr/>
            </p:nvSpPr>
            <p:spPr>
              <a:xfrm>
                <a:off x="3778725" y="4690575"/>
                <a:ext cx="184575" cy="184575"/>
              </a:xfrm>
              <a:custGeom>
                <a:avLst/>
                <a:gdLst/>
                <a:ahLst/>
                <a:cxnLst/>
                <a:rect l="l" t="t" r="r" b="b"/>
                <a:pathLst>
                  <a:path w="7383" h="7383" fill="none" extrusionOk="0">
                    <a:moveTo>
                      <a:pt x="1" y="3692"/>
                    </a:moveTo>
                    <a:cubicBezTo>
                      <a:pt x="1" y="1656"/>
                      <a:pt x="1656" y="1"/>
                      <a:pt x="3692" y="1"/>
                    </a:cubicBezTo>
                    <a:cubicBezTo>
                      <a:pt x="5728" y="1"/>
                      <a:pt x="7383" y="1656"/>
                      <a:pt x="7383" y="3692"/>
                    </a:cubicBezTo>
                    <a:cubicBezTo>
                      <a:pt x="7383" y="5728"/>
                      <a:pt x="5728" y="7383"/>
                      <a:pt x="3692" y="7383"/>
                    </a:cubicBezTo>
                    <a:cubicBezTo>
                      <a:pt x="1656" y="7383"/>
                      <a:pt x="1" y="5728"/>
                      <a:pt x="1" y="3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3" name="Google Shape;973;p77"/>
            <p:cNvSpPr/>
            <p:nvPr/>
          </p:nvSpPr>
          <p:spPr>
            <a:xfrm rot="5400000">
              <a:off x="575031" y="785650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74" name="Google Shape;974;p77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2500" r="12500"/>
          <a:stretch/>
        </p:blipFill>
        <p:spPr>
          <a:xfrm>
            <a:off x="4560725" y="627150"/>
            <a:ext cx="3889200" cy="3889200"/>
          </a:xfrm>
          <a:prstGeom prst="snip2DiagRect">
            <a:avLst>
              <a:gd name="adj1" fmla="val 0"/>
              <a:gd name="adj2" fmla="val 16667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110"/>
          <p:cNvSpPr txBox="1">
            <a:spLocks noGrp="1"/>
          </p:cNvSpPr>
          <p:nvPr>
            <p:ph type="title" idx="4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Future Scope</a:t>
            </a:r>
            <a:endParaRPr dirty="0"/>
          </a:p>
        </p:txBody>
      </p:sp>
      <p:sp>
        <p:nvSpPr>
          <p:cNvPr id="3636" name="Google Shape;3636;p110"/>
          <p:cNvSpPr txBox="1">
            <a:spLocks noGrp="1"/>
          </p:cNvSpPr>
          <p:nvPr>
            <p:ph type="title"/>
          </p:nvPr>
        </p:nvSpPr>
        <p:spPr>
          <a:xfrm>
            <a:off x="-105704" y="2923600"/>
            <a:ext cx="3341481" cy="6894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300" dirty="0"/>
              <a:t>Mobile application</a:t>
            </a:r>
            <a:endParaRPr sz="2300" dirty="0"/>
          </a:p>
        </p:txBody>
      </p:sp>
      <p:sp>
        <p:nvSpPr>
          <p:cNvPr id="3637" name="Google Shape;3637;p110"/>
          <p:cNvSpPr txBox="1">
            <a:spLocks noGrp="1"/>
          </p:cNvSpPr>
          <p:nvPr>
            <p:ph type="title" idx="2"/>
          </p:nvPr>
        </p:nvSpPr>
        <p:spPr>
          <a:xfrm>
            <a:off x="6082726" y="2942404"/>
            <a:ext cx="22494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Job Portals</a:t>
            </a:r>
            <a:endParaRPr dirty="0"/>
          </a:p>
        </p:txBody>
      </p:sp>
      <p:sp>
        <p:nvSpPr>
          <p:cNvPr id="3638" name="Google Shape;3638;p110"/>
          <p:cNvSpPr txBox="1">
            <a:spLocks noGrp="1"/>
          </p:cNvSpPr>
          <p:nvPr>
            <p:ph type="subTitle" idx="1"/>
          </p:nvPr>
        </p:nvSpPr>
        <p:spPr>
          <a:xfrm>
            <a:off x="6108377" y="3446216"/>
            <a:ext cx="22494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b="1" dirty="0"/>
              <a:t>Integrate job portals</a:t>
            </a:r>
            <a:r>
              <a:rPr lang="en-IN" dirty="0"/>
              <a:t> with AI-powered career recommendations.</a:t>
            </a:r>
            <a:endParaRPr dirty="0"/>
          </a:p>
        </p:txBody>
      </p:sp>
      <p:sp>
        <p:nvSpPr>
          <p:cNvPr id="3639" name="Google Shape;3639;p110"/>
          <p:cNvSpPr txBox="1">
            <a:spLocks noGrp="1"/>
          </p:cNvSpPr>
          <p:nvPr>
            <p:ph type="subTitle" idx="3"/>
          </p:nvPr>
        </p:nvSpPr>
        <p:spPr>
          <a:xfrm>
            <a:off x="879784" y="3498788"/>
            <a:ext cx="22503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b="1" dirty="0"/>
              <a:t>Develop a mobile application</a:t>
            </a:r>
            <a:r>
              <a:rPr lang="en-IN" dirty="0"/>
              <a:t> for Android and iOS platforms.</a:t>
            </a:r>
            <a:endParaRPr dirty="0"/>
          </a:p>
        </p:txBody>
      </p:sp>
      <p:pic>
        <p:nvPicPr>
          <p:cNvPr id="3640" name="Google Shape;3640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857" y="951012"/>
            <a:ext cx="2899345" cy="32414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1" name="Google Shape;3641;p110"/>
          <p:cNvGrpSpPr/>
          <p:nvPr/>
        </p:nvGrpSpPr>
        <p:grpSpPr>
          <a:xfrm>
            <a:off x="2168643" y="1292854"/>
            <a:ext cx="1549857" cy="1628145"/>
            <a:chOff x="2601750" y="1612625"/>
            <a:chExt cx="1123050" cy="1127525"/>
          </a:xfrm>
        </p:grpSpPr>
        <p:sp>
          <p:nvSpPr>
            <p:cNvPr id="3642" name="Google Shape;3642;p110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3" name="Google Shape;3643;p110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4" name="Google Shape;3644;p110"/>
          <p:cNvGrpSpPr/>
          <p:nvPr/>
        </p:nvGrpSpPr>
        <p:grpSpPr>
          <a:xfrm>
            <a:off x="5681362" y="1292854"/>
            <a:ext cx="1684637" cy="1628145"/>
            <a:chOff x="2601750" y="1612625"/>
            <a:chExt cx="1123050" cy="1127525"/>
          </a:xfrm>
        </p:grpSpPr>
        <p:sp>
          <p:nvSpPr>
            <p:cNvPr id="3645" name="Google Shape;3645;p110"/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110"/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7" name="Google Shape;3647;p110"/>
          <p:cNvGrpSpPr/>
          <p:nvPr/>
        </p:nvGrpSpPr>
        <p:grpSpPr>
          <a:xfrm rot="10800000">
            <a:off x="-11" y="4416528"/>
            <a:ext cx="2046769" cy="381707"/>
            <a:chOff x="1298650" y="3255600"/>
            <a:chExt cx="3427850" cy="639375"/>
          </a:xfrm>
        </p:grpSpPr>
        <p:sp>
          <p:nvSpPr>
            <p:cNvPr id="3648" name="Google Shape;3648;p110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110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0" name="Google Shape;3650;p110"/>
          <p:cNvGrpSpPr/>
          <p:nvPr/>
        </p:nvGrpSpPr>
        <p:grpSpPr>
          <a:xfrm rot="10800000" flipH="1">
            <a:off x="7097231" y="453405"/>
            <a:ext cx="2046769" cy="381707"/>
            <a:chOff x="1298650" y="3255600"/>
            <a:chExt cx="3427850" cy="639375"/>
          </a:xfrm>
        </p:grpSpPr>
        <p:sp>
          <p:nvSpPr>
            <p:cNvPr id="3651" name="Google Shape;3651;p110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110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Google Shape;4299;p128">
            <a:extLst>
              <a:ext uri="{FF2B5EF4-FFF2-40B4-BE49-F238E27FC236}">
                <a16:creationId xmlns:a16="http://schemas.microsoft.com/office/drawing/2014/main" id="{079DCD96-E316-6306-2D02-8152DD6A5E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194" t="11228" r="4213" b="8854"/>
          <a:stretch/>
        </p:blipFill>
        <p:spPr>
          <a:xfrm>
            <a:off x="5910985" y="1575175"/>
            <a:ext cx="1241351" cy="1081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300;p128">
            <a:extLst>
              <a:ext uri="{FF2B5EF4-FFF2-40B4-BE49-F238E27FC236}">
                <a16:creationId xmlns:a16="http://schemas.microsoft.com/office/drawing/2014/main" id="{D813B6D9-0AA0-2D39-1E9A-D3D217C6D7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6567" b="11945"/>
          <a:stretch/>
        </p:blipFill>
        <p:spPr>
          <a:xfrm>
            <a:off x="2357967" y="1523712"/>
            <a:ext cx="1181100" cy="1133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" name="Google Shape;942;p76"/>
          <p:cNvGrpSpPr/>
          <p:nvPr/>
        </p:nvGrpSpPr>
        <p:grpSpPr>
          <a:xfrm>
            <a:off x="4875931" y="1006858"/>
            <a:ext cx="3810321" cy="3757479"/>
            <a:chOff x="713100" y="1597775"/>
            <a:chExt cx="5712625" cy="3217500"/>
          </a:xfrm>
        </p:grpSpPr>
        <p:sp>
          <p:nvSpPr>
            <p:cNvPr id="943" name="Google Shape;943;p76"/>
            <p:cNvSpPr/>
            <p:nvPr/>
          </p:nvSpPr>
          <p:spPr>
            <a:xfrm>
              <a:off x="713100" y="1597775"/>
              <a:ext cx="5574000" cy="30789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76"/>
            <p:cNvSpPr/>
            <p:nvPr/>
          </p:nvSpPr>
          <p:spPr>
            <a:xfrm>
              <a:off x="851725" y="1736375"/>
              <a:ext cx="5574000" cy="30789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45" name="Google Shape;94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8" y="240250"/>
            <a:ext cx="6123215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6" name="Google Shape;946;p76"/>
          <p:cNvGrpSpPr/>
          <p:nvPr/>
        </p:nvGrpSpPr>
        <p:grpSpPr>
          <a:xfrm flipH="1">
            <a:off x="4619025" y="962813"/>
            <a:ext cx="1154625" cy="430500"/>
            <a:chOff x="4042650" y="642025"/>
            <a:chExt cx="1154625" cy="430500"/>
          </a:xfrm>
        </p:grpSpPr>
        <p:sp>
          <p:nvSpPr>
            <p:cNvPr id="947" name="Google Shape;947;p76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76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9" name="Google Shape;949;p76"/>
          <p:cNvSpPr/>
          <p:nvPr/>
        </p:nvSpPr>
        <p:spPr>
          <a:xfrm flipH="1">
            <a:off x="5275650" y="379163"/>
            <a:ext cx="498000" cy="4305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76"/>
          <p:cNvSpPr txBox="1">
            <a:spLocks noGrp="1"/>
          </p:cNvSpPr>
          <p:nvPr>
            <p:ph type="title"/>
          </p:nvPr>
        </p:nvSpPr>
        <p:spPr>
          <a:xfrm>
            <a:off x="5520332" y="1451122"/>
            <a:ext cx="256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Conclusion</a:t>
            </a:r>
            <a:endParaRPr dirty="0"/>
          </a:p>
        </p:txBody>
      </p:sp>
      <p:sp>
        <p:nvSpPr>
          <p:cNvPr id="951" name="Google Shape;951;p76"/>
          <p:cNvSpPr txBox="1">
            <a:spLocks noGrp="1"/>
          </p:cNvSpPr>
          <p:nvPr>
            <p:ph type="subTitle" idx="1"/>
          </p:nvPr>
        </p:nvSpPr>
        <p:spPr>
          <a:xfrm>
            <a:off x="5520332" y="2081631"/>
            <a:ext cx="2568000" cy="2268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VITAELY successfully integrates AI-powered career development tools into a single SaaS platform, enabling resume building, interview preparation, skill enhancement, and professional growth through an efficient, secure, and scalable solution.</a:t>
            </a:r>
            <a:endParaRPr dirty="0"/>
          </a:p>
        </p:txBody>
      </p:sp>
      <p:grpSp>
        <p:nvGrpSpPr>
          <p:cNvPr id="952" name="Google Shape;952;p76"/>
          <p:cNvGrpSpPr/>
          <p:nvPr/>
        </p:nvGrpSpPr>
        <p:grpSpPr>
          <a:xfrm rot="5400000">
            <a:off x="131252" y="1089229"/>
            <a:ext cx="1163678" cy="63948"/>
            <a:chOff x="3779200" y="1371600"/>
            <a:chExt cx="1992600" cy="109500"/>
          </a:xfrm>
        </p:grpSpPr>
        <p:sp>
          <p:nvSpPr>
            <p:cNvPr id="953" name="Google Shape;953;p76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76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76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76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76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76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3862;p118">
            <a:extLst>
              <a:ext uri="{FF2B5EF4-FFF2-40B4-BE49-F238E27FC236}">
                <a16:creationId xmlns:a16="http://schemas.microsoft.com/office/drawing/2014/main" id="{EA36DA44-C200-0841-4D98-1E78B91D3985}"/>
              </a:ext>
            </a:extLst>
          </p:cNvPr>
          <p:cNvGrpSpPr/>
          <p:nvPr/>
        </p:nvGrpSpPr>
        <p:grpSpPr>
          <a:xfrm>
            <a:off x="720000" y="3406117"/>
            <a:ext cx="581628" cy="583945"/>
            <a:chOff x="2601750" y="1612625"/>
            <a:chExt cx="1123050" cy="1127525"/>
          </a:xfrm>
        </p:grpSpPr>
        <p:sp>
          <p:nvSpPr>
            <p:cNvPr id="11" name="Google Shape;3863;p118">
              <a:extLst>
                <a:ext uri="{FF2B5EF4-FFF2-40B4-BE49-F238E27FC236}">
                  <a16:creationId xmlns:a16="http://schemas.microsoft.com/office/drawing/2014/main" id="{058D91B5-C4F1-17CF-7F29-22AAFE8758C4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64;p118">
              <a:extLst>
                <a:ext uri="{FF2B5EF4-FFF2-40B4-BE49-F238E27FC236}">
                  <a16:creationId xmlns:a16="http://schemas.microsoft.com/office/drawing/2014/main" id="{072F87D9-D757-F24B-B694-0F837DB62D5C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3865;p118">
            <a:extLst>
              <a:ext uri="{FF2B5EF4-FFF2-40B4-BE49-F238E27FC236}">
                <a16:creationId xmlns:a16="http://schemas.microsoft.com/office/drawing/2014/main" id="{7406938B-9A18-8FE8-ABA1-CAEC1B559948}"/>
              </a:ext>
            </a:extLst>
          </p:cNvPr>
          <p:cNvGrpSpPr/>
          <p:nvPr/>
        </p:nvGrpSpPr>
        <p:grpSpPr>
          <a:xfrm>
            <a:off x="1394400" y="3406117"/>
            <a:ext cx="581628" cy="583945"/>
            <a:chOff x="2601750" y="1612625"/>
            <a:chExt cx="1123050" cy="1127525"/>
          </a:xfrm>
        </p:grpSpPr>
        <p:sp>
          <p:nvSpPr>
            <p:cNvPr id="14" name="Google Shape;3866;p118">
              <a:extLst>
                <a:ext uri="{FF2B5EF4-FFF2-40B4-BE49-F238E27FC236}">
                  <a16:creationId xmlns:a16="http://schemas.microsoft.com/office/drawing/2014/main" id="{9D956B02-20FF-3472-99B8-34017317A6D2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67;p118">
              <a:extLst>
                <a:ext uri="{FF2B5EF4-FFF2-40B4-BE49-F238E27FC236}">
                  <a16:creationId xmlns:a16="http://schemas.microsoft.com/office/drawing/2014/main" id="{2402C062-339B-B596-BBFB-791F11A91045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3868;p118">
            <a:extLst>
              <a:ext uri="{FF2B5EF4-FFF2-40B4-BE49-F238E27FC236}">
                <a16:creationId xmlns:a16="http://schemas.microsoft.com/office/drawing/2014/main" id="{29F3DA63-D15B-B0ED-B86B-CE468D405EC6}"/>
              </a:ext>
            </a:extLst>
          </p:cNvPr>
          <p:cNvGrpSpPr/>
          <p:nvPr/>
        </p:nvGrpSpPr>
        <p:grpSpPr>
          <a:xfrm>
            <a:off x="2068800" y="3406117"/>
            <a:ext cx="581628" cy="583945"/>
            <a:chOff x="2601750" y="1612625"/>
            <a:chExt cx="1123050" cy="1127525"/>
          </a:xfrm>
        </p:grpSpPr>
        <p:sp>
          <p:nvSpPr>
            <p:cNvPr id="17" name="Google Shape;3869;p118">
              <a:extLst>
                <a:ext uri="{FF2B5EF4-FFF2-40B4-BE49-F238E27FC236}">
                  <a16:creationId xmlns:a16="http://schemas.microsoft.com/office/drawing/2014/main" id="{06AA2EC6-3989-42C8-76BB-2887E70A3887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70;p118">
              <a:extLst>
                <a:ext uri="{FF2B5EF4-FFF2-40B4-BE49-F238E27FC236}">
                  <a16:creationId xmlns:a16="http://schemas.microsoft.com/office/drawing/2014/main" id="{EBD9F83C-E4BE-C4AF-A532-7B7ECDFEBD98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3871;p118">
            <a:extLst>
              <a:ext uri="{FF2B5EF4-FFF2-40B4-BE49-F238E27FC236}">
                <a16:creationId xmlns:a16="http://schemas.microsoft.com/office/drawing/2014/main" id="{61645D7D-40C3-227D-1445-6574E9806D9F}"/>
              </a:ext>
            </a:extLst>
          </p:cNvPr>
          <p:cNvGrpSpPr/>
          <p:nvPr/>
        </p:nvGrpSpPr>
        <p:grpSpPr>
          <a:xfrm>
            <a:off x="2743200" y="3406117"/>
            <a:ext cx="581628" cy="583945"/>
            <a:chOff x="2601750" y="1612625"/>
            <a:chExt cx="1123050" cy="1127525"/>
          </a:xfrm>
        </p:grpSpPr>
        <p:sp>
          <p:nvSpPr>
            <p:cNvPr id="20" name="Google Shape;3872;p118">
              <a:extLst>
                <a:ext uri="{FF2B5EF4-FFF2-40B4-BE49-F238E27FC236}">
                  <a16:creationId xmlns:a16="http://schemas.microsoft.com/office/drawing/2014/main" id="{BBA044D0-D6EB-779C-712E-B368C92D7E37}"/>
                </a:ext>
              </a:extLst>
            </p:cNvPr>
            <p:cNvSpPr/>
            <p:nvPr/>
          </p:nvSpPr>
          <p:spPr>
            <a:xfrm>
              <a:off x="2601750" y="1612625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dk1">
                <a:alpha val="379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73;p118">
              <a:extLst>
                <a:ext uri="{FF2B5EF4-FFF2-40B4-BE49-F238E27FC236}">
                  <a16:creationId xmlns:a16="http://schemas.microsoft.com/office/drawing/2014/main" id="{1D405107-6693-4DAD-4E1E-B4309E7A81D9}"/>
                </a:ext>
              </a:extLst>
            </p:cNvPr>
            <p:cNvSpPr/>
            <p:nvPr/>
          </p:nvSpPr>
          <p:spPr>
            <a:xfrm>
              <a:off x="2691600" y="1709950"/>
              <a:ext cx="1033200" cy="1030200"/>
            </a:xfrm>
            <a:prstGeom prst="snip2DiagRect">
              <a:avLst>
                <a:gd name="adj1" fmla="val 0"/>
                <a:gd name="adj2" fmla="val 1666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3874;p118">
            <a:extLst>
              <a:ext uri="{FF2B5EF4-FFF2-40B4-BE49-F238E27FC236}">
                <a16:creationId xmlns:a16="http://schemas.microsoft.com/office/drawing/2014/main" id="{DAF86B99-6B86-9B41-8A0C-88F90938D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5530" y="1300883"/>
            <a:ext cx="34347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Thanks!</a:t>
            </a:r>
            <a:endParaRPr sz="6000" dirty="0"/>
          </a:p>
        </p:txBody>
      </p:sp>
      <p:grpSp>
        <p:nvGrpSpPr>
          <p:cNvPr id="24" name="Google Shape;3876;p118">
            <a:extLst>
              <a:ext uri="{FF2B5EF4-FFF2-40B4-BE49-F238E27FC236}">
                <a16:creationId xmlns:a16="http://schemas.microsoft.com/office/drawing/2014/main" id="{F1098567-03E1-B552-312A-7F1E047C793A}"/>
              </a:ext>
            </a:extLst>
          </p:cNvPr>
          <p:cNvGrpSpPr/>
          <p:nvPr/>
        </p:nvGrpSpPr>
        <p:grpSpPr>
          <a:xfrm>
            <a:off x="1570752" y="3600009"/>
            <a:ext cx="228924" cy="196161"/>
            <a:chOff x="1394410" y="2925166"/>
            <a:chExt cx="228924" cy="196161"/>
          </a:xfrm>
        </p:grpSpPr>
        <p:sp>
          <p:nvSpPr>
            <p:cNvPr id="25" name="Google Shape;3877;p118">
              <a:extLst>
                <a:ext uri="{FF2B5EF4-FFF2-40B4-BE49-F238E27FC236}">
                  <a16:creationId xmlns:a16="http://schemas.microsoft.com/office/drawing/2014/main" id="{529613F1-C4B8-E213-7B50-3AB3520A3C9D}"/>
                </a:ext>
              </a:extLst>
            </p:cNvPr>
            <p:cNvSpPr/>
            <p:nvPr/>
          </p:nvSpPr>
          <p:spPr>
            <a:xfrm>
              <a:off x="1411090" y="2998321"/>
              <a:ext cx="41273" cy="122594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878;p118">
              <a:extLst>
                <a:ext uri="{FF2B5EF4-FFF2-40B4-BE49-F238E27FC236}">
                  <a16:creationId xmlns:a16="http://schemas.microsoft.com/office/drawing/2014/main" id="{3542931C-6824-B79A-33B3-6B4694D9378D}"/>
                </a:ext>
              </a:extLst>
            </p:cNvPr>
            <p:cNvSpPr/>
            <p:nvPr/>
          </p:nvSpPr>
          <p:spPr>
            <a:xfrm>
              <a:off x="1394410" y="2925166"/>
              <a:ext cx="57952" cy="49768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879;p118">
              <a:extLst>
                <a:ext uri="{FF2B5EF4-FFF2-40B4-BE49-F238E27FC236}">
                  <a16:creationId xmlns:a16="http://schemas.microsoft.com/office/drawing/2014/main" id="{EC164202-B056-6A2A-2855-FC684B50A095}"/>
                </a:ext>
              </a:extLst>
            </p:cNvPr>
            <p:cNvSpPr/>
            <p:nvPr/>
          </p:nvSpPr>
          <p:spPr>
            <a:xfrm>
              <a:off x="1492399" y="2998293"/>
              <a:ext cx="130935" cy="123033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3880;p118">
            <a:extLst>
              <a:ext uri="{FF2B5EF4-FFF2-40B4-BE49-F238E27FC236}">
                <a16:creationId xmlns:a16="http://schemas.microsoft.com/office/drawing/2014/main" id="{CF485858-764F-C572-E381-29C162658006}"/>
              </a:ext>
            </a:extLst>
          </p:cNvPr>
          <p:cNvSpPr/>
          <p:nvPr/>
        </p:nvSpPr>
        <p:spPr>
          <a:xfrm>
            <a:off x="2240251" y="3599835"/>
            <a:ext cx="238725" cy="196509"/>
          </a:xfrm>
          <a:custGeom>
            <a:avLst/>
            <a:gdLst/>
            <a:ahLst/>
            <a:cxnLst/>
            <a:rect l="l" t="t" r="r" b="b"/>
            <a:pathLst>
              <a:path w="8688" h="7151" extrusionOk="0">
                <a:moveTo>
                  <a:pt x="5678" y="0"/>
                </a:moveTo>
                <a:cubicBezTo>
                  <a:pt x="4639" y="0"/>
                  <a:pt x="3643" y="810"/>
                  <a:pt x="3652" y="2026"/>
                </a:cubicBezTo>
                <a:lnTo>
                  <a:pt x="3652" y="2070"/>
                </a:lnTo>
                <a:lnTo>
                  <a:pt x="3551" y="2070"/>
                </a:lnTo>
                <a:cubicBezTo>
                  <a:pt x="3219" y="2012"/>
                  <a:pt x="2887" y="1940"/>
                  <a:pt x="2570" y="1839"/>
                </a:cubicBezTo>
                <a:cubicBezTo>
                  <a:pt x="1819" y="1579"/>
                  <a:pt x="1155" y="1160"/>
                  <a:pt x="592" y="612"/>
                </a:cubicBezTo>
                <a:lnTo>
                  <a:pt x="390" y="410"/>
                </a:lnTo>
                <a:cubicBezTo>
                  <a:pt x="375" y="395"/>
                  <a:pt x="358" y="388"/>
                  <a:pt x="342" y="388"/>
                </a:cubicBezTo>
                <a:cubicBezTo>
                  <a:pt x="312" y="388"/>
                  <a:pt x="284" y="410"/>
                  <a:pt x="275" y="438"/>
                </a:cubicBezTo>
                <a:lnTo>
                  <a:pt x="202" y="727"/>
                </a:lnTo>
                <a:cubicBezTo>
                  <a:pt x="0" y="1492"/>
                  <a:pt x="318" y="2301"/>
                  <a:pt x="982" y="2734"/>
                </a:cubicBezTo>
                <a:cubicBezTo>
                  <a:pt x="852" y="2734"/>
                  <a:pt x="708" y="2719"/>
                  <a:pt x="578" y="2690"/>
                </a:cubicBezTo>
                <a:lnTo>
                  <a:pt x="332" y="2633"/>
                </a:lnTo>
                <a:cubicBezTo>
                  <a:pt x="327" y="2631"/>
                  <a:pt x="321" y="2630"/>
                  <a:pt x="315" y="2630"/>
                </a:cubicBezTo>
                <a:cubicBezTo>
                  <a:pt x="278" y="2630"/>
                  <a:pt x="246" y="2667"/>
                  <a:pt x="246" y="2705"/>
                </a:cubicBezTo>
                <a:lnTo>
                  <a:pt x="289" y="2950"/>
                </a:lnTo>
                <a:cubicBezTo>
                  <a:pt x="390" y="3513"/>
                  <a:pt x="751" y="3990"/>
                  <a:pt x="1256" y="4221"/>
                </a:cubicBezTo>
                <a:cubicBezTo>
                  <a:pt x="1314" y="4249"/>
                  <a:pt x="1299" y="4336"/>
                  <a:pt x="1242" y="4350"/>
                </a:cubicBezTo>
                <a:lnTo>
                  <a:pt x="967" y="4350"/>
                </a:lnTo>
                <a:cubicBezTo>
                  <a:pt x="910" y="4365"/>
                  <a:pt x="881" y="4408"/>
                  <a:pt x="910" y="4452"/>
                </a:cubicBezTo>
                <a:lnTo>
                  <a:pt x="1040" y="4697"/>
                </a:lnTo>
                <a:cubicBezTo>
                  <a:pt x="1314" y="5173"/>
                  <a:pt x="1790" y="5491"/>
                  <a:pt x="2324" y="5563"/>
                </a:cubicBezTo>
                <a:cubicBezTo>
                  <a:pt x="2382" y="5577"/>
                  <a:pt x="2397" y="5650"/>
                  <a:pt x="2353" y="5693"/>
                </a:cubicBezTo>
                <a:cubicBezTo>
                  <a:pt x="1891" y="6025"/>
                  <a:pt x="1357" y="6256"/>
                  <a:pt x="794" y="6357"/>
                </a:cubicBezTo>
                <a:lnTo>
                  <a:pt x="188" y="6458"/>
                </a:lnTo>
                <a:cubicBezTo>
                  <a:pt x="116" y="6472"/>
                  <a:pt x="116" y="6559"/>
                  <a:pt x="174" y="6588"/>
                </a:cubicBezTo>
                <a:lnTo>
                  <a:pt x="751" y="6804"/>
                </a:lnTo>
                <a:cubicBezTo>
                  <a:pt x="1328" y="7035"/>
                  <a:pt x="1949" y="7151"/>
                  <a:pt x="2570" y="7151"/>
                </a:cubicBezTo>
                <a:cubicBezTo>
                  <a:pt x="5385" y="7136"/>
                  <a:pt x="7680" y="4870"/>
                  <a:pt x="7694" y="2055"/>
                </a:cubicBezTo>
                <a:lnTo>
                  <a:pt x="7694" y="2026"/>
                </a:lnTo>
                <a:lnTo>
                  <a:pt x="7694" y="1983"/>
                </a:lnTo>
                <a:lnTo>
                  <a:pt x="7694" y="1969"/>
                </a:lnTo>
                <a:cubicBezTo>
                  <a:pt x="7896" y="1839"/>
                  <a:pt x="8070" y="1680"/>
                  <a:pt x="8243" y="1507"/>
                </a:cubicBezTo>
                <a:lnTo>
                  <a:pt x="8647" y="1088"/>
                </a:lnTo>
                <a:cubicBezTo>
                  <a:pt x="8687" y="1048"/>
                  <a:pt x="8653" y="971"/>
                  <a:pt x="8591" y="971"/>
                </a:cubicBezTo>
                <a:cubicBezTo>
                  <a:pt x="8586" y="971"/>
                  <a:pt x="8580" y="971"/>
                  <a:pt x="8575" y="973"/>
                </a:cubicBezTo>
                <a:lnTo>
                  <a:pt x="8012" y="1117"/>
                </a:lnTo>
                <a:lnTo>
                  <a:pt x="7824" y="1146"/>
                </a:lnTo>
                <a:cubicBezTo>
                  <a:pt x="7820" y="1147"/>
                  <a:pt x="7816" y="1147"/>
                  <a:pt x="7812" y="1147"/>
                </a:cubicBezTo>
                <a:cubicBezTo>
                  <a:pt x="7761" y="1147"/>
                  <a:pt x="7728" y="1070"/>
                  <a:pt x="7781" y="1030"/>
                </a:cubicBezTo>
                <a:cubicBezTo>
                  <a:pt x="7839" y="973"/>
                  <a:pt x="7896" y="915"/>
                  <a:pt x="7954" y="857"/>
                </a:cubicBezTo>
                <a:lnTo>
                  <a:pt x="8402" y="366"/>
                </a:lnTo>
                <a:cubicBezTo>
                  <a:pt x="8439" y="329"/>
                  <a:pt x="8401" y="259"/>
                  <a:pt x="8353" y="259"/>
                </a:cubicBezTo>
                <a:cubicBezTo>
                  <a:pt x="8346" y="259"/>
                  <a:pt x="8338" y="261"/>
                  <a:pt x="8330" y="265"/>
                </a:cubicBezTo>
                <a:lnTo>
                  <a:pt x="7709" y="467"/>
                </a:lnTo>
                <a:cubicBezTo>
                  <a:pt x="7521" y="525"/>
                  <a:pt x="7334" y="583"/>
                  <a:pt x="7131" y="612"/>
                </a:cubicBezTo>
                <a:cubicBezTo>
                  <a:pt x="7117" y="612"/>
                  <a:pt x="7088" y="597"/>
                  <a:pt x="7074" y="583"/>
                </a:cubicBezTo>
                <a:cubicBezTo>
                  <a:pt x="6667" y="180"/>
                  <a:pt x="6168" y="0"/>
                  <a:pt x="567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881;p118">
            <a:extLst>
              <a:ext uri="{FF2B5EF4-FFF2-40B4-BE49-F238E27FC236}">
                <a16:creationId xmlns:a16="http://schemas.microsoft.com/office/drawing/2014/main" id="{31A7E089-65B0-6E8F-FED3-DC5CD7687AC3}"/>
              </a:ext>
            </a:extLst>
          </p:cNvPr>
          <p:cNvSpPr/>
          <p:nvPr/>
        </p:nvSpPr>
        <p:spPr>
          <a:xfrm>
            <a:off x="928309" y="3579235"/>
            <a:ext cx="165009" cy="237710"/>
          </a:xfrm>
          <a:custGeom>
            <a:avLst/>
            <a:gdLst/>
            <a:ahLst/>
            <a:cxnLst/>
            <a:rect l="l" t="t" r="r" b="b"/>
            <a:pathLst>
              <a:path w="7407" h="10668" extrusionOk="0">
                <a:moveTo>
                  <a:pt x="6208" y="0"/>
                </a:moveTo>
                <a:cubicBezTo>
                  <a:pt x="4086" y="14"/>
                  <a:pt x="2079" y="1732"/>
                  <a:pt x="2079" y="3854"/>
                </a:cubicBezTo>
                <a:lnTo>
                  <a:pt x="2079" y="4114"/>
                </a:lnTo>
                <a:cubicBezTo>
                  <a:pt x="2079" y="4129"/>
                  <a:pt x="2051" y="4157"/>
                  <a:pt x="2036" y="4157"/>
                </a:cubicBezTo>
                <a:lnTo>
                  <a:pt x="174" y="4157"/>
                </a:lnTo>
                <a:cubicBezTo>
                  <a:pt x="73" y="4157"/>
                  <a:pt x="1" y="4230"/>
                  <a:pt x="1" y="4331"/>
                </a:cubicBezTo>
                <a:lnTo>
                  <a:pt x="1" y="6048"/>
                </a:lnTo>
                <a:cubicBezTo>
                  <a:pt x="1" y="6149"/>
                  <a:pt x="73" y="6236"/>
                  <a:pt x="174" y="6236"/>
                </a:cubicBezTo>
                <a:lnTo>
                  <a:pt x="2036" y="6236"/>
                </a:lnTo>
                <a:cubicBezTo>
                  <a:pt x="2051" y="6236"/>
                  <a:pt x="2079" y="6251"/>
                  <a:pt x="2079" y="6279"/>
                </a:cubicBezTo>
                <a:lnTo>
                  <a:pt x="2079" y="10220"/>
                </a:lnTo>
                <a:cubicBezTo>
                  <a:pt x="2079" y="10235"/>
                  <a:pt x="2079" y="10249"/>
                  <a:pt x="2108" y="10264"/>
                </a:cubicBezTo>
                <a:cubicBezTo>
                  <a:pt x="2743" y="10495"/>
                  <a:pt x="3422" y="10624"/>
                  <a:pt x="4100" y="10668"/>
                </a:cubicBezTo>
                <a:cubicBezTo>
                  <a:pt x="4129" y="10668"/>
                  <a:pt x="4144" y="10639"/>
                  <a:pt x="4144" y="10624"/>
                </a:cubicBezTo>
                <a:lnTo>
                  <a:pt x="4144" y="6279"/>
                </a:lnTo>
                <a:cubicBezTo>
                  <a:pt x="4144" y="6251"/>
                  <a:pt x="4158" y="6236"/>
                  <a:pt x="4187" y="6236"/>
                </a:cubicBezTo>
                <a:lnTo>
                  <a:pt x="7218" y="6236"/>
                </a:lnTo>
                <a:cubicBezTo>
                  <a:pt x="7319" y="6236"/>
                  <a:pt x="7406" y="6149"/>
                  <a:pt x="7406" y="6048"/>
                </a:cubicBezTo>
                <a:lnTo>
                  <a:pt x="7406" y="4331"/>
                </a:lnTo>
                <a:cubicBezTo>
                  <a:pt x="7406" y="4230"/>
                  <a:pt x="7319" y="4143"/>
                  <a:pt x="7218" y="4143"/>
                </a:cubicBezTo>
                <a:lnTo>
                  <a:pt x="4187" y="4143"/>
                </a:lnTo>
                <a:cubicBezTo>
                  <a:pt x="4158" y="4143"/>
                  <a:pt x="4144" y="4129"/>
                  <a:pt x="4144" y="4100"/>
                </a:cubicBezTo>
                <a:lnTo>
                  <a:pt x="4144" y="3854"/>
                </a:lnTo>
                <a:cubicBezTo>
                  <a:pt x="4144" y="2714"/>
                  <a:pt x="5068" y="2079"/>
                  <a:pt x="6208" y="2079"/>
                </a:cubicBezTo>
                <a:lnTo>
                  <a:pt x="7218" y="2079"/>
                </a:lnTo>
                <a:cubicBezTo>
                  <a:pt x="7319" y="2079"/>
                  <a:pt x="7406" y="1992"/>
                  <a:pt x="7406" y="1891"/>
                </a:cubicBezTo>
                <a:lnTo>
                  <a:pt x="7406" y="173"/>
                </a:lnTo>
                <a:cubicBezTo>
                  <a:pt x="7406" y="72"/>
                  <a:pt x="7319" y="0"/>
                  <a:pt x="72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882;p118">
            <a:extLst>
              <a:ext uri="{FF2B5EF4-FFF2-40B4-BE49-F238E27FC236}">
                <a16:creationId xmlns:a16="http://schemas.microsoft.com/office/drawing/2014/main" id="{2E5CCABC-33F7-BF32-A035-225B5283D0EC}"/>
              </a:ext>
            </a:extLst>
          </p:cNvPr>
          <p:cNvSpPr/>
          <p:nvPr/>
        </p:nvSpPr>
        <p:spPr>
          <a:xfrm>
            <a:off x="2929599" y="3579203"/>
            <a:ext cx="208830" cy="237773"/>
          </a:xfrm>
          <a:custGeom>
            <a:avLst/>
            <a:gdLst/>
            <a:ahLst/>
            <a:cxnLst/>
            <a:rect l="l" t="t" r="r" b="b"/>
            <a:pathLst>
              <a:path w="130928" h="148841" extrusionOk="0">
                <a:moveTo>
                  <a:pt x="70184" y="0"/>
                </a:moveTo>
                <a:cubicBezTo>
                  <a:pt x="67749" y="0"/>
                  <a:pt x="65781" y="1968"/>
                  <a:pt x="65781" y="4370"/>
                </a:cubicBezTo>
                <a:lnTo>
                  <a:pt x="65781" y="100105"/>
                </a:lnTo>
                <a:cubicBezTo>
                  <a:pt x="65781" y="106844"/>
                  <a:pt x="61744" y="112915"/>
                  <a:pt x="55507" y="115483"/>
                </a:cubicBezTo>
                <a:cubicBezTo>
                  <a:pt x="53445" y="116348"/>
                  <a:pt x="51279" y="116767"/>
                  <a:pt x="49132" y="116767"/>
                </a:cubicBezTo>
                <a:cubicBezTo>
                  <a:pt x="44819" y="116767"/>
                  <a:pt x="40578" y="115076"/>
                  <a:pt x="37394" y="111914"/>
                </a:cubicBezTo>
                <a:cubicBezTo>
                  <a:pt x="32624" y="107177"/>
                  <a:pt x="31156" y="100039"/>
                  <a:pt x="33691" y="93801"/>
                </a:cubicBezTo>
                <a:cubicBezTo>
                  <a:pt x="36260" y="87563"/>
                  <a:pt x="42297" y="83493"/>
                  <a:pt x="49035" y="83460"/>
                </a:cubicBezTo>
                <a:cubicBezTo>
                  <a:pt x="51437" y="83460"/>
                  <a:pt x="53405" y="81492"/>
                  <a:pt x="53405" y="79090"/>
                </a:cubicBezTo>
                <a:lnTo>
                  <a:pt x="53405" y="55740"/>
                </a:lnTo>
                <a:cubicBezTo>
                  <a:pt x="53405" y="53305"/>
                  <a:pt x="51437" y="51370"/>
                  <a:pt x="49035" y="51370"/>
                </a:cubicBezTo>
                <a:cubicBezTo>
                  <a:pt x="21983" y="51370"/>
                  <a:pt x="0" y="73253"/>
                  <a:pt x="0" y="100105"/>
                </a:cubicBezTo>
                <a:cubicBezTo>
                  <a:pt x="0" y="126991"/>
                  <a:pt x="21949" y="148840"/>
                  <a:pt x="49002" y="148840"/>
                </a:cubicBezTo>
                <a:cubicBezTo>
                  <a:pt x="76021" y="148840"/>
                  <a:pt x="98037" y="126991"/>
                  <a:pt x="98037" y="100105"/>
                </a:cubicBezTo>
                <a:lnTo>
                  <a:pt x="98037" y="57742"/>
                </a:lnTo>
                <a:cubicBezTo>
                  <a:pt x="106751" y="62347"/>
                  <a:pt x="116484" y="64780"/>
                  <a:pt x="126356" y="64780"/>
                </a:cubicBezTo>
                <a:cubicBezTo>
                  <a:pt x="126423" y="64780"/>
                  <a:pt x="126490" y="64780"/>
                  <a:pt x="126557" y="64780"/>
                </a:cubicBezTo>
                <a:cubicBezTo>
                  <a:pt x="128959" y="64780"/>
                  <a:pt x="130927" y="62812"/>
                  <a:pt x="130927" y="60410"/>
                </a:cubicBezTo>
                <a:lnTo>
                  <a:pt x="130927" y="37094"/>
                </a:lnTo>
                <a:cubicBezTo>
                  <a:pt x="130927" y="34658"/>
                  <a:pt x="128959" y="32724"/>
                  <a:pt x="126557" y="32724"/>
                </a:cubicBezTo>
                <a:cubicBezTo>
                  <a:pt x="110813" y="32724"/>
                  <a:pt x="98037" y="19981"/>
                  <a:pt x="98037" y="4370"/>
                </a:cubicBezTo>
                <a:cubicBezTo>
                  <a:pt x="98037" y="1968"/>
                  <a:pt x="96069" y="0"/>
                  <a:pt x="936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" name="Google Shape;3884;p118">
            <a:extLst>
              <a:ext uri="{FF2B5EF4-FFF2-40B4-BE49-F238E27FC236}">
                <a16:creationId xmlns:a16="http://schemas.microsoft.com/office/drawing/2014/main" id="{120D82B1-928E-148B-2AB2-949CB55BA2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875" y="425075"/>
            <a:ext cx="4255050" cy="429334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885;p118">
            <a:extLst>
              <a:ext uri="{FF2B5EF4-FFF2-40B4-BE49-F238E27FC236}">
                <a16:creationId xmlns:a16="http://schemas.microsoft.com/office/drawing/2014/main" id="{E6680E33-1032-D5CA-139E-BC4F24CD9BD7}"/>
              </a:ext>
            </a:extLst>
          </p:cNvPr>
          <p:cNvSpPr/>
          <p:nvPr/>
        </p:nvSpPr>
        <p:spPr>
          <a:xfrm rot="5400000">
            <a:off x="4746025" y="1542922"/>
            <a:ext cx="333300" cy="3321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886;p118">
            <a:extLst>
              <a:ext uri="{FF2B5EF4-FFF2-40B4-BE49-F238E27FC236}">
                <a16:creationId xmlns:a16="http://schemas.microsoft.com/office/drawing/2014/main" id="{FCA366C9-9061-5F04-A90E-1218FE576882}"/>
              </a:ext>
            </a:extLst>
          </p:cNvPr>
          <p:cNvSpPr/>
          <p:nvPr/>
        </p:nvSpPr>
        <p:spPr>
          <a:xfrm rot="5400000">
            <a:off x="4746025" y="1969672"/>
            <a:ext cx="333300" cy="3321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15B6FA-7B4D-C6AA-339B-6B8E11D30149}"/>
              </a:ext>
            </a:extLst>
          </p:cNvPr>
          <p:cNvSpPr txBox="1"/>
          <p:nvPr/>
        </p:nvSpPr>
        <p:spPr>
          <a:xfrm>
            <a:off x="771280" y="261851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Dream. Build. Achieve.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rean AI Agency Pitch Deck XL by Slidesgo">
  <a:themeElements>
    <a:clrScheme name="Simple Light">
      <a:dk1>
        <a:srgbClr val="000328"/>
      </a:dk1>
      <a:lt1>
        <a:srgbClr val="FFFFFF"/>
      </a:lt1>
      <a:dk2>
        <a:srgbClr val="E0A9A8"/>
      </a:dk2>
      <a:lt2>
        <a:srgbClr val="005C8F"/>
      </a:lt2>
      <a:accent1>
        <a:srgbClr val="6128F6"/>
      </a:accent1>
      <a:accent2>
        <a:srgbClr val="5C65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897</Words>
  <Application>Microsoft Office PowerPoint</Application>
  <PresentationFormat>On-screen Show (16:9)</PresentationFormat>
  <Paragraphs>254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Aptos ExtraBold</vt:lpstr>
      <vt:lpstr>Arial</vt:lpstr>
      <vt:lpstr>Bebas Neue Bold</vt:lpstr>
      <vt:lpstr>Bricolage Grotesque</vt:lpstr>
      <vt:lpstr>Eurostile BQ</vt:lpstr>
      <vt:lpstr>IBM Plex Sans</vt:lpstr>
      <vt:lpstr>IBM Plex Sans Medium</vt:lpstr>
      <vt:lpstr>PT Sans</vt:lpstr>
      <vt:lpstr>Sora</vt:lpstr>
      <vt:lpstr>Wingdings</vt:lpstr>
      <vt:lpstr>Korean AI Agency Pitch Deck XL by Slidesgo</vt:lpstr>
      <vt:lpstr>VITAELY-Full Stack Al SaaS App</vt:lpstr>
      <vt:lpstr>Meet our team </vt:lpstr>
      <vt:lpstr>Table of contents</vt:lpstr>
      <vt:lpstr>Introduction</vt:lpstr>
      <vt:lpstr>Overview of VITAELY</vt:lpstr>
      <vt:lpstr>Project Objectives</vt:lpstr>
      <vt:lpstr>Project Objectives</vt:lpstr>
      <vt:lpstr>Features : All in one</vt:lpstr>
      <vt:lpstr>Scope Of The Project</vt:lpstr>
      <vt:lpstr>Technology Stack </vt:lpstr>
      <vt:lpstr>Timing</vt:lpstr>
      <vt:lpstr>Project Planning</vt:lpstr>
      <vt:lpstr>DATA FLOW DIAGRAM (DFD)</vt:lpstr>
      <vt:lpstr>PERT Chart &amp; Scheduling</vt:lpstr>
      <vt:lpstr>   Block Diagram</vt:lpstr>
      <vt:lpstr>   ER Diagram</vt:lpstr>
      <vt:lpstr>Resume Builder</vt:lpstr>
      <vt:lpstr>Portfolio Website Generator</vt:lpstr>
      <vt:lpstr>Multiple Portfolio Templates</vt:lpstr>
      <vt:lpstr>ATS Score Checker</vt:lpstr>
      <vt:lpstr>PDF Compressor</vt:lpstr>
      <vt:lpstr>Convertion Features</vt:lpstr>
      <vt:lpstr>Cover Letter Builder</vt:lpstr>
      <vt:lpstr>Skill Gap Analyzer</vt:lpstr>
      <vt:lpstr>Skill Gap Analyzer</vt:lpstr>
      <vt:lpstr>Roadmap</vt:lpstr>
      <vt:lpstr>Industry Insights</vt:lpstr>
      <vt:lpstr>Interview Preparation</vt:lpstr>
      <vt:lpstr>Email Generation</vt:lpstr>
      <vt:lpstr>Attachment Support</vt:lpstr>
      <vt:lpstr>Solution</vt:lpstr>
      <vt:lpstr>Future Scope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RECOGNIZATION ATTENDANCE SYSTEM</dc:title>
  <cp:lastModifiedBy>State Audit West Bengal I ID 30</cp:lastModifiedBy>
  <cp:revision>51</cp:revision>
  <dcterms:modified xsi:type="dcterms:W3CDTF">2026-07-22T07:46:22Z</dcterms:modified>
</cp:coreProperties>
</file>